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ms-excel.sheet.binary.macroEnabled.12" Extension="xlsb"/>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Play"/>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hBqFF5N2lnzSLUYcK09tvjnD9a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AC197F-39B0-4D03-96E9-CCEEDEB63DC1}">
  <a:tblStyle styleId="{B4AC197F-39B0-4D03-96E9-CCEEDEB63DC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lay-regular.fntdata"/><Relationship Id="rId22" Type="http://customschemas.google.com/relationships/presentationmetadata" Target="metadata"/><Relationship Id="rId21"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2717102503146412E-3"/>
          <c:y val="0.2563681183237469"/>
          <c:w val="0.98545657949937071"/>
          <c:h val="0.56368118323746919"/>
        </c:manualLayout>
      </c:layout>
      <c:barChart>
        <c:barDir val="col"/>
        <c:grouping val="stacked"/>
        <c:varyColors val="0"/>
        <c:ser>
          <c:idx val="0"/>
          <c:order val="0"/>
          <c:spPr>
            <a:solidFill>
              <a:srgbClr val="002C77"/>
            </a:solidFill>
            <a:ln w="9525" cmpd="sng" algn="ctr">
              <a:solidFill>
                <a:srgbClr val="FFFFFF"/>
              </a:solidFill>
              <a:prstDash val="solid"/>
            </a:ln>
          </c:spPr>
          <c:invertIfNegative val="0"/>
          <c:dLbls>
            <c:dLbl>
              <c:idx val="0"/>
              <c:layout>
                <c:manualLayout>
                  <c:x val="0"/>
                  <c:y val="-0.3582580115036976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17C-414B-8F5E-7744F46443FA}"/>
                </c:ext>
              </c:extLst>
            </c:dLbl>
            <c:dLbl>
              <c:idx val="1"/>
              <c:layout>
                <c:manualLayout>
                  <c:x val="0"/>
                  <c:y val="-0.34018077239112571"/>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17C-414B-8F5E-7744F46443FA}"/>
                </c:ext>
              </c:extLst>
            </c:dLbl>
            <c:dLbl>
              <c:idx val="2"/>
              <c:layout>
                <c:manualLayout>
                  <c:x val="0"/>
                  <c:y val="-0.34018077239112571"/>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17C-414B-8F5E-7744F46443FA}"/>
                </c:ext>
              </c:extLst>
            </c:dLbl>
            <c:dLbl>
              <c:idx val="3"/>
              <c:layout>
                <c:manualLayout>
                  <c:x val="0"/>
                  <c:y val="-0.34018077239112571"/>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17C-414B-8F5E-7744F46443FA}"/>
                </c:ext>
              </c:extLst>
            </c:dLbl>
            <c:dLbl>
              <c:idx val="4"/>
              <c:layout>
                <c:manualLayout>
                  <c:x val="0"/>
                  <c:y val="-0.3582580115036976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17C-414B-8F5E-7744F46443FA}"/>
                </c:ext>
              </c:extLst>
            </c:dLbl>
            <c:dLbl>
              <c:idx val="5"/>
              <c:layout>
                <c:manualLayout>
                  <c:x val="0"/>
                  <c:y val="-0.3582580115036976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17C-414B-8F5E-7744F46443F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78</c:v>
                </c:pt>
                <c:pt idx="1">
                  <c:v>73</c:v>
                </c:pt>
                <c:pt idx="2">
                  <c:v>73</c:v>
                </c:pt>
                <c:pt idx="3">
                  <c:v>73</c:v>
                </c:pt>
                <c:pt idx="4">
                  <c:v>78</c:v>
                </c:pt>
                <c:pt idx="5">
                  <c:v>78</c:v>
                </c:pt>
              </c:numCache>
            </c:numRef>
          </c:val>
          <c:extLst>
            <c:ext xmlns:c16="http://schemas.microsoft.com/office/drawing/2014/chart" uri="{C3380CC4-5D6E-409C-BE32-E72D297353CC}">
              <c16:uniqueId val="{00000006-C17C-414B-8F5E-7744F46443FA}"/>
            </c:ext>
          </c:extLst>
        </c:ser>
        <c:dLbls>
          <c:showLegendKey val="0"/>
          <c:showVal val="0"/>
          <c:showCatName val="0"/>
          <c:showSerName val="0"/>
          <c:showPercent val="0"/>
          <c:showBubbleSize val="0"/>
        </c:dLbls>
        <c:gapWidth val="80"/>
        <c:overlap val="100"/>
        <c:axId val="1362951439"/>
        <c:axId val="1"/>
      </c:barChart>
      <c:catAx>
        <c:axId val="136295143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8"/>
          <c:min val="0"/>
        </c:scaling>
        <c:delete val="1"/>
        <c:axPos val="l"/>
        <c:numFmt formatCode="General" sourceLinked="1"/>
        <c:majorTickMark val="out"/>
        <c:minorTickMark val="none"/>
        <c:tickLblPos val="nextTo"/>
        <c:crossAx val="1362951439"/>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78" name="Google Shape;17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86" name="Google Shape;18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93" name="Google Shape;19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25" name="Google Shape;22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49" name="Google Shape;2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58" name="Google Shape;2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269" name="Google Shape;2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73ddf7f6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d73ddf7f6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d73ddf7f6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1_Title Slide">
    <p:spTree>
      <p:nvGrpSpPr>
        <p:cNvPr id="13" name="Shape 13"/>
        <p:cNvGrpSpPr/>
        <p:nvPr/>
      </p:nvGrpSpPr>
      <p:grpSpPr>
        <a:xfrm>
          <a:off x="0" y="0"/>
          <a:ext cx="0" cy="0"/>
          <a:chOff x="0" y="0"/>
          <a:chExt cx="0" cy="0"/>
        </a:xfrm>
      </p:grpSpPr>
      <p:sp>
        <p:nvSpPr>
          <p:cNvPr id="14" name="Google Shape;14;p16"/>
          <p:cNvSpPr/>
          <p:nvPr/>
        </p:nvSpPr>
        <p:spPr>
          <a:xfrm>
            <a:off x="0" y="0"/>
            <a:ext cx="12192000" cy="6858000"/>
          </a:xfrm>
          <a:prstGeom prst="rect">
            <a:avLst/>
          </a:prstGeom>
          <a:solidFill>
            <a:srgbClr val="243748"/>
          </a:solidFill>
          <a:ln cap="flat" cmpd="sng" w="9525">
            <a:solidFill>
              <a:schemeClr val="dk1"/>
            </a:solidFill>
            <a:prstDash val="solid"/>
            <a:miter lim="800000"/>
            <a:headEnd len="sm" w="sm" type="none"/>
            <a:tailEnd len="sm" w="sm" type="none"/>
          </a:ln>
        </p:spPr>
        <p:txBody>
          <a:bodyPr anchorCtr="0" anchor="ctr" bIns="73150" lIns="73150" spcFirstLastPara="1" rIns="73150" wrap="square" tIns="73150">
            <a:noAutofit/>
          </a:bodyPr>
          <a:lstStyle/>
          <a:p>
            <a:pPr indent="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 name="Google Shape;15;p16"/>
          <p:cNvSpPr txBox="1"/>
          <p:nvPr>
            <p:ph idx="1" type="body"/>
          </p:nvPr>
        </p:nvSpPr>
        <p:spPr>
          <a:xfrm>
            <a:off x="457200" y="1992768"/>
            <a:ext cx="9321800" cy="2837315"/>
          </a:xfrm>
          <a:prstGeom prst="rect">
            <a:avLst/>
          </a:prstGeom>
          <a:noFill/>
          <a:ln>
            <a:noFill/>
          </a:ln>
        </p:spPr>
        <p:txBody>
          <a:bodyPr anchorCtr="0" anchor="b" bIns="0" lIns="0" spcFirstLastPara="1" rIns="0" wrap="square" tIns="0">
            <a:spAutoFit/>
          </a:bodyPr>
          <a:lstStyle>
            <a:lvl1pPr indent="-685800" lvl="0" marL="457200" algn="l">
              <a:lnSpc>
                <a:spcPct val="85000"/>
              </a:lnSpc>
              <a:spcBef>
                <a:spcPts val="0"/>
              </a:spcBef>
              <a:spcAft>
                <a:spcPts val="0"/>
              </a:spcAft>
              <a:buClr>
                <a:schemeClr val="accent1"/>
              </a:buClr>
              <a:buSzPts val="7200"/>
              <a:buFont typeface="Arial"/>
              <a:buChar char="​"/>
              <a:defRPr b="1" sz="7200">
                <a:solidFill>
                  <a:schemeClr val="accent1"/>
                </a:solidFill>
                <a:latin typeface="Play"/>
                <a:ea typeface="Play"/>
                <a:cs typeface="Play"/>
                <a:sym typeface="Play"/>
              </a:defRPr>
            </a:lvl1pPr>
            <a:lvl2pPr indent="-355600" lvl="1" marL="914400" algn="l">
              <a:lnSpc>
                <a:spcPct val="100000"/>
              </a:lnSpc>
              <a:spcBef>
                <a:spcPts val="0"/>
              </a:spcBef>
              <a:spcAft>
                <a:spcPts val="0"/>
              </a:spcAft>
              <a:buClr>
                <a:schemeClr val="dk1"/>
              </a:buClr>
              <a:buSzPts val="2000"/>
              <a:buFont typeface="Arial"/>
              <a:buChar char="​"/>
              <a:defRPr sz="2000">
                <a:solidFill>
                  <a:schemeClr val="dk1"/>
                </a:solidFill>
              </a:defRPr>
            </a:lvl2pPr>
            <a:lvl3pPr indent="-355600" lvl="2" marL="1371600" algn="l">
              <a:lnSpc>
                <a:spcPct val="100000"/>
              </a:lnSpc>
              <a:spcBef>
                <a:spcPts val="0"/>
              </a:spcBef>
              <a:spcAft>
                <a:spcPts val="0"/>
              </a:spcAft>
              <a:buClr>
                <a:schemeClr val="dk1"/>
              </a:buClr>
              <a:buSzPts val="2000"/>
              <a:buFont typeface="Arial"/>
              <a:buChar char="​"/>
              <a:defRPr sz="2000">
                <a:solidFill>
                  <a:schemeClr val="dk1"/>
                </a:solidFill>
              </a:defRPr>
            </a:lvl3pPr>
            <a:lvl4pPr indent="-355600" lvl="3" marL="1828800" algn="l">
              <a:lnSpc>
                <a:spcPct val="100000"/>
              </a:lnSpc>
              <a:spcBef>
                <a:spcPts val="0"/>
              </a:spcBef>
              <a:spcAft>
                <a:spcPts val="0"/>
              </a:spcAft>
              <a:buClr>
                <a:schemeClr val="dk1"/>
              </a:buClr>
              <a:buSzPts val="2000"/>
              <a:buFont typeface="Arial"/>
              <a:buChar char="​"/>
              <a:defRPr sz="2000">
                <a:solidFill>
                  <a:schemeClr val="dk1"/>
                </a:solidFill>
              </a:defRPr>
            </a:lvl4pPr>
            <a:lvl5pPr indent="-355600" lvl="4" marL="2286000" algn="l">
              <a:lnSpc>
                <a:spcPct val="100000"/>
              </a:lnSpc>
              <a:spcBef>
                <a:spcPts val="0"/>
              </a:spcBef>
              <a:spcAft>
                <a:spcPts val="0"/>
              </a:spcAft>
              <a:buClr>
                <a:schemeClr val="dk1"/>
              </a:buClr>
              <a:buSzPts val="2000"/>
              <a:buFont typeface="Arial"/>
              <a:buChar char="​"/>
              <a:defRPr sz="2000">
                <a:solidFill>
                  <a:schemeClr val="dk1"/>
                </a:solidFill>
              </a:defRPr>
            </a:lvl5pPr>
            <a:lvl6pPr indent="-355600" lvl="5" marL="2743200" algn="l">
              <a:lnSpc>
                <a:spcPct val="100000"/>
              </a:lnSpc>
              <a:spcBef>
                <a:spcPts val="0"/>
              </a:spcBef>
              <a:spcAft>
                <a:spcPts val="0"/>
              </a:spcAft>
              <a:buClr>
                <a:schemeClr val="dk1"/>
              </a:buClr>
              <a:buSzPts val="2000"/>
              <a:buFont typeface="Arial"/>
              <a:buChar char="​"/>
              <a:defRPr sz="2000">
                <a:solidFill>
                  <a:schemeClr val="dk1"/>
                </a:solidFill>
              </a:defRPr>
            </a:lvl6pPr>
            <a:lvl7pPr indent="-355600" lvl="6" marL="3200400" algn="l">
              <a:lnSpc>
                <a:spcPct val="100000"/>
              </a:lnSpc>
              <a:spcBef>
                <a:spcPts val="0"/>
              </a:spcBef>
              <a:spcAft>
                <a:spcPts val="0"/>
              </a:spcAft>
              <a:buClr>
                <a:schemeClr val="dk1"/>
              </a:buClr>
              <a:buSzPts val="2000"/>
              <a:buFont typeface="Arial"/>
              <a:buChar char="​"/>
              <a:defRPr sz="2000">
                <a:solidFill>
                  <a:schemeClr val="dk1"/>
                </a:solidFill>
              </a:defRPr>
            </a:lvl7pPr>
            <a:lvl8pPr indent="-355600" lvl="7" marL="3657600" algn="l">
              <a:lnSpc>
                <a:spcPct val="100000"/>
              </a:lnSpc>
              <a:spcBef>
                <a:spcPts val="0"/>
              </a:spcBef>
              <a:spcAft>
                <a:spcPts val="0"/>
              </a:spcAft>
              <a:buClr>
                <a:schemeClr val="dk1"/>
              </a:buClr>
              <a:buSzPts val="2000"/>
              <a:buFont typeface="Arial"/>
              <a:buChar char="​"/>
              <a:defRPr sz="2000">
                <a:solidFill>
                  <a:schemeClr val="dk1"/>
                </a:solidFill>
              </a:defRPr>
            </a:lvl8pPr>
            <a:lvl9pPr indent="-355600" lvl="8" marL="4114800" algn="l">
              <a:lnSpc>
                <a:spcPct val="100000"/>
              </a:lnSpc>
              <a:spcBef>
                <a:spcPts val="0"/>
              </a:spcBef>
              <a:spcAft>
                <a:spcPts val="0"/>
              </a:spcAft>
              <a:buClr>
                <a:schemeClr val="dk1"/>
              </a:buClr>
              <a:buSzPts val="2000"/>
              <a:buFont typeface="Arial"/>
              <a:buChar char="​"/>
              <a:defRPr sz="2000">
                <a:solidFill>
                  <a:schemeClr val="dk1"/>
                </a:solidFill>
              </a:defRPr>
            </a:lvl9pPr>
          </a:lstStyle>
          <a:p/>
        </p:txBody>
      </p:sp>
      <p:sp>
        <p:nvSpPr>
          <p:cNvPr id="16" name="Google Shape;16;p16"/>
          <p:cNvSpPr txBox="1"/>
          <p:nvPr>
            <p:ph idx="2" type="body"/>
          </p:nvPr>
        </p:nvSpPr>
        <p:spPr>
          <a:xfrm>
            <a:off x="457200" y="4830084"/>
            <a:ext cx="9321800" cy="307777"/>
          </a:xfrm>
          <a:prstGeom prst="rect">
            <a:avLst/>
          </a:prstGeom>
          <a:noFill/>
          <a:ln>
            <a:noFill/>
          </a:ln>
        </p:spPr>
        <p:txBody>
          <a:bodyPr anchorCtr="0" anchor="t" bIns="0" lIns="0" spcFirstLastPara="1" rIns="0" wrap="square" tIns="0">
            <a:spAutoFit/>
          </a:bodyPr>
          <a:lstStyle>
            <a:lvl1pPr indent="-355600" lvl="0" marL="457200" algn="l">
              <a:spcBef>
                <a:spcPts val="0"/>
              </a:spcBef>
              <a:spcAft>
                <a:spcPts val="0"/>
              </a:spcAft>
              <a:buClr>
                <a:schemeClr val="dk1"/>
              </a:buClr>
              <a:buSzPts val="2000"/>
              <a:buFont typeface="Arial"/>
              <a:buChar char="​"/>
              <a:defRPr sz="2000">
                <a:solidFill>
                  <a:schemeClr val="dk1"/>
                </a:solidFill>
              </a:defRPr>
            </a:lvl1pPr>
            <a:lvl2pPr indent="-355600" lvl="1" marL="914400" algn="l">
              <a:spcBef>
                <a:spcPts val="0"/>
              </a:spcBef>
              <a:spcAft>
                <a:spcPts val="0"/>
              </a:spcAft>
              <a:buClr>
                <a:schemeClr val="dk1"/>
              </a:buClr>
              <a:buSzPts val="2000"/>
              <a:buFont typeface="Arial"/>
              <a:buChar char="​"/>
              <a:defRPr sz="2000">
                <a:solidFill>
                  <a:schemeClr val="dk1"/>
                </a:solidFill>
              </a:defRPr>
            </a:lvl2pPr>
            <a:lvl3pPr indent="-355600" lvl="2" marL="1371600" algn="l">
              <a:spcBef>
                <a:spcPts val="0"/>
              </a:spcBef>
              <a:spcAft>
                <a:spcPts val="0"/>
              </a:spcAft>
              <a:buClr>
                <a:schemeClr val="dk1"/>
              </a:buClr>
              <a:buSzPts val="2000"/>
              <a:buFont typeface="Arial"/>
              <a:buChar char="​"/>
              <a:defRPr sz="2000">
                <a:solidFill>
                  <a:schemeClr val="dk1"/>
                </a:solidFill>
              </a:defRPr>
            </a:lvl3pPr>
            <a:lvl4pPr indent="-355600" lvl="3" marL="1828800" algn="l">
              <a:spcBef>
                <a:spcPts val="0"/>
              </a:spcBef>
              <a:spcAft>
                <a:spcPts val="0"/>
              </a:spcAft>
              <a:buClr>
                <a:schemeClr val="dk1"/>
              </a:buClr>
              <a:buSzPts val="2000"/>
              <a:buFont typeface="Arial"/>
              <a:buChar char="​"/>
              <a:defRPr sz="2000">
                <a:solidFill>
                  <a:schemeClr val="dk1"/>
                </a:solidFill>
              </a:defRPr>
            </a:lvl4pPr>
            <a:lvl5pPr indent="-355600" lvl="4" marL="2286000" algn="l">
              <a:spcBef>
                <a:spcPts val="0"/>
              </a:spcBef>
              <a:spcAft>
                <a:spcPts val="0"/>
              </a:spcAft>
              <a:buClr>
                <a:schemeClr val="dk1"/>
              </a:buClr>
              <a:buSzPts val="2000"/>
              <a:buFont typeface="Arial"/>
              <a:buChar char="​"/>
              <a:defRPr sz="2000">
                <a:solidFill>
                  <a:schemeClr val="dk1"/>
                </a:solidFill>
              </a:defRPr>
            </a:lvl5pPr>
            <a:lvl6pPr indent="-355600" lvl="5" marL="2743200" algn="l">
              <a:spcBef>
                <a:spcPts val="0"/>
              </a:spcBef>
              <a:spcAft>
                <a:spcPts val="0"/>
              </a:spcAft>
              <a:buClr>
                <a:schemeClr val="dk1"/>
              </a:buClr>
              <a:buSzPts val="2000"/>
              <a:buFont typeface="Arial"/>
              <a:buChar char="​"/>
              <a:defRPr sz="2000">
                <a:solidFill>
                  <a:schemeClr val="dk1"/>
                </a:solidFill>
              </a:defRPr>
            </a:lvl6pPr>
            <a:lvl7pPr indent="-355600" lvl="6" marL="3200400" algn="l">
              <a:spcBef>
                <a:spcPts val="0"/>
              </a:spcBef>
              <a:spcAft>
                <a:spcPts val="0"/>
              </a:spcAft>
              <a:buClr>
                <a:schemeClr val="dk1"/>
              </a:buClr>
              <a:buSzPts val="2000"/>
              <a:buFont typeface="Arial"/>
              <a:buChar char="​"/>
              <a:defRPr sz="2000">
                <a:solidFill>
                  <a:schemeClr val="dk1"/>
                </a:solidFill>
              </a:defRPr>
            </a:lvl7pPr>
            <a:lvl8pPr indent="-355600" lvl="7" marL="3657600" algn="l">
              <a:spcBef>
                <a:spcPts val="0"/>
              </a:spcBef>
              <a:spcAft>
                <a:spcPts val="0"/>
              </a:spcAft>
              <a:buClr>
                <a:schemeClr val="dk1"/>
              </a:buClr>
              <a:buSzPts val="2000"/>
              <a:buFont typeface="Arial"/>
              <a:buChar char="​"/>
              <a:defRPr sz="2000">
                <a:solidFill>
                  <a:schemeClr val="dk1"/>
                </a:solidFill>
              </a:defRPr>
            </a:lvl8pPr>
            <a:lvl9pPr indent="-355600" lvl="8" marL="4114800" algn="l">
              <a:spcBef>
                <a:spcPts val="0"/>
              </a:spcBef>
              <a:spcAft>
                <a:spcPts val="0"/>
              </a:spcAft>
              <a:buClr>
                <a:schemeClr val="dk1"/>
              </a:buClr>
              <a:buSzPts val="2000"/>
              <a:buFont typeface="Arial"/>
              <a:buChar char="​"/>
              <a:defRPr sz="2000">
                <a:solidFill>
                  <a:schemeClr val="dk1"/>
                </a:solidFill>
              </a:defRPr>
            </a:lvl9pPr>
          </a:lstStyle>
          <a:p/>
        </p:txBody>
      </p:sp>
      <p:sp>
        <p:nvSpPr>
          <p:cNvPr id="17" name="Google Shape;17;p16"/>
          <p:cNvSpPr txBox="1"/>
          <p:nvPr>
            <p:ph idx="3" type="body"/>
          </p:nvPr>
        </p:nvSpPr>
        <p:spPr>
          <a:xfrm>
            <a:off x="457200" y="5754469"/>
            <a:ext cx="9321800" cy="646331"/>
          </a:xfrm>
          <a:prstGeom prst="rect">
            <a:avLst/>
          </a:prstGeom>
          <a:noFill/>
          <a:ln>
            <a:noFill/>
          </a:ln>
        </p:spPr>
        <p:txBody>
          <a:bodyPr anchorCtr="0" anchor="b" bIns="0" lIns="0" spcFirstLastPara="1" rIns="0" wrap="square" tIns="0">
            <a:spAutoFit/>
          </a:bodyPr>
          <a:lstStyle>
            <a:lvl1pPr indent="-317500" lvl="0" marL="457200" algn="l">
              <a:spcBef>
                <a:spcPts val="0"/>
              </a:spcBef>
              <a:spcAft>
                <a:spcPts val="0"/>
              </a:spcAft>
              <a:buClr>
                <a:schemeClr val="dk1"/>
              </a:buClr>
              <a:buSzPts val="1400"/>
              <a:buFont typeface="Arial"/>
              <a:buChar char="​"/>
              <a:defRPr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1_Section">
    <p:spTree>
      <p:nvGrpSpPr>
        <p:cNvPr id="18" name="Shape 18"/>
        <p:cNvGrpSpPr/>
        <p:nvPr/>
      </p:nvGrpSpPr>
      <p:grpSpPr>
        <a:xfrm>
          <a:off x="0" y="0"/>
          <a:ext cx="0" cy="0"/>
          <a:chOff x="0" y="0"/>
          <a:chExt cx="0" cy="0"/>
        </a:xfrm>
      </p:grpSpPr>
      <p:sp>
        <p:nvSpPr>
          <p:cNvPr id="19" name="Google Shape;19;p17"/>
          <p:cNvSpPr/>
          <p:nvPr/>
        </p:nvSpPr>
        <p:spPr>
          <a:xfrm>
            <a:off x="0" y="0"/>
            <a:ext cx="12192000" cy="6858000"/>
          </a:xfrm>
          <a:prstGeom prst="rect">
            <a:avLst/>
          </a:prstGeom>
          <a:solidFill>
            <a:srgbClr val="B1C5D7"/>
          </a:solidFill>
          <a:ln>
            <a:noFill/>
          </a:ln>
        </p:spPr>
        <p:txBody>
          <a:bodyPr anchorCtr="0" anchor="ctr" bIns="73150" lIns="73150" spcFirstLastPara="1" rIns="73150" wrap="square" tIns="73150">
            <a:noAutofit/>
          </a:bodyPr>
          <a:lstStyle/>
          <a:p>
            <a:pPr indent="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 name="Google Shape;20;p17"/>
          <p:cNvSpPr txBox="1"/>
          <p:nvPr>
            <p:ph idx="1" type="body"/>
          </p:nvPr>
        </p:nvSpPr>
        <p:spPr>
          <a:xfrm>
            <a:off x="457199" y="4426803"/>
            <a:ext cx="8348472" cy="1354217"/>
          </a:xfrm>
          <a:prstGeom prst="rect">
            <a:avLst/>
          </a:prstGeom>
          <a:noFill/>
          <a:ln>
            <a:noFill/>
          </a:ln>
        </p:spPr>
        <p:txBody>
          <a:bodyPr anchorCtr="0" anchor="t" bIns="0" lIns="0" spcFirstLastPara="1" rIns="0" wrap="square" tIns="0">
            <a:spAutoFit/>
          </a:bodyPr>
          <a:lstStyle>
            <a:lvl1pPr indent="-482600" lvl="0" marL="457200" algn="l">
              <a:lnSpc>
                <a:spcPct val="85000"/>
              </a:lnSpc>
              <a:spcBef>
                <a:spcPts val="0"/>
              </a:spcBef>
              <a:spcAft>
                <a:spcPts val="0"/>
              </a:spcAft>
              <a:buClr>
                <a:schemeClr val="dk1"/>
              </a:buClr>
              <a:buSzPts val="4000"/>
              <a:buFont typeface="Arial"/>
              <a:buChar char="​"/>
              <a:defRPr b="1" sz="4000">
                <a:solidFill>
                  <a:schemeClr val="dk1"/>
                </a:solidFill>
                <a:latin typeface="Play"/>
                <a:ea typeface="Play"/>
                <a:cs typeface="Play"/>
                <a:sym typeface="Play"/>
              </a:defRPr>
            </a:lvl1pPr>
            <a:lvl2pPr indent="-355600" lvl="1" marL="914400" algn="l">
              <a:lnSpc>
                <a:spcPct val="100000"/>
              </a:lnSpc>
              <a:spcBef>
                <a:spcPts val="0"/>
              </a:spcBef>
              <a:spcAft>
                <a:spcPts val="0"/>
              </a:spcAft>
              <a:buClr>
                <a:schemeClr val="dk1"/>
              </a:buClr>
              <a:buSzPts val="2000"/>
              <a:buFont typeface="Arial"/>
              <a:buChar char="​"/>
              <a:defRPr sz="2000">
                <a:solidFill>
                  <a:schemeClr val="dk1"/>
                </a:solidFill>
              </a:defRPr>
            </a:lvl2pPr>
            <a:lvl3pPr indent="-355600" lvl="2" marL="1371600" algn="l">
              <a:lnSpc>
                <a:spcPct val="100000"/>
              </a:lnSpc>
              <a:spcBef>
                <a:spcPts val="0"/>
              </a:spcBef>
              <a:spcAft>
                <a:spcPts val="0"/>
              </a:spcAft>
              <a:buClr>
                <a:schemeClr val="dk1"/>
              </a:buClr>
              <a:buSzPts val="2000"/>
              <a:buFont typeface="Arial"/>
              <a:buChar char="​"/>
              <a:defRPr sz="2000"/>
            </a:lvl3pPr>
            <a:lvl4pPr indent="-355600" lvl="3" marL="1828800" algn="l">
              <a:lnSpc>
                <a:spcPct val="100000"/>
              </a:lnSpc>
              <a:spcBef>
                <a:spcPts val="0"/>
              </a:spcBef>
              <a:spcAft>
                <a:spcPts val="0"/>
              </a:spcAft>
              <a:buClr>
                <a:schemeClr val="dk1"/>
              </a:buClr>
              <a:buSzPts val="2000"/>
              <a:buFont typeface="Arial"/>
              <a:buChar char="​"/>
              <a:defRPr sz="2000"/>
            </a:lvl4pPr>
            <a:lvl5pPr indent="-355600" lvl="4" marL="2286000" algn="l">
              <a:lnSpc>
                <a:spcPct val="100000"/>
              </a:lnSpc>
              <a:spcBef>
                <a:spcPts val="0"/>
              </a:spcBef>
              <a:spcAft>
                <a:spcPts val="0"/>
              </a:spcAft>
              <a:buClr>
                <a:schemeClr val="dk1"/>
              </a:buClr>
              <a:buSzPts val="2000"/>
              <a:buFont typeface="Arial"/>
              <a:buChar char="​"/>
              <a:defRPr sz="2000"/>
            </a:lvl5pPr>
            <a:lvl6pPr indent="-355600" lvl="5" marL="2743200" algn="l">
              <a:lnSpc>
                <a:spcPct val="100000"/>
              </a:lnSpc>
              <a:spcBef>
                <a:spcPts val="0"/>
              </a:spcBef>
              <a:spcAft>
                <a:spcPts val="0"/>
              </a:spcAft>
              <a:buClr>
                <a:schemeClr val="dk1"/>
              </a:buClr>
              <a:buSzPts val="2000"/>
              <a:buFont typeface="Arial"/>
              <a:buChar char="​"/>
              <a:defRPr sz="2000"/>
            </a:lvl6pPr>
            <a:lvl7pPr indent="-355600" lvl="6" marL="3200400" algn="l">
              <a:lnSpc>
                <a:spcPct val="100000"/>
              </a:lnSpc>
              <a:spcBef>
                <a:spcPts val="0"/>
              </a:spcBef>
              <a:spcAft>
                <a:spcPts val="0"/>
              </a:spcAft>
              <a:buClr>
                <a:schemeClr val="dk1"/>
              </a:buClr>
              <a:buSzPts val="2000"/>
              <a:buFont typeface="Arial"/>
              <a:buChar char="​"/>
              <a:defRPr sz="2000"/>
            </a:lvl7pPr>
            <a:lvl8pPr indent="-355600" lvl="7" marL="3657600" algn="l">
              <a:lnSpc>
                <a:spcPct val="100000"/>
              </a:lnSpc>
              <a:spcBef>
                <a:spcPts val="0"/>
              </a:spcBef>
              <a:spcAft>
                <a:spcPts val="0"/>
              </a:spcAft>
              <a:buClr>
                <a:schemeClr val="dk1"/>
              </a:buClr>
              <a:buSzPts val="2000"/>
              <a:buFont typeface="Arial"/>
              <a:buChar char="​"/>
              <a:defRPr sz="2000"/>
            </a:lvl8pPr>
            <a:lvl9pPr indent="-355600" lvl="8" marL="4114800" algn="l">
              <a:lnSpc>
                <a:spcPct val="100000"/>
              </a:lnSpc>
              <a:spcBef>
                <a:spcPts val="0"/>
              </a:spcBef>
              <a:spcAft>
                <a:spcPts val="0"/>
              </a:spcAft>
              <a:buClr>
                <a:schemeClr val="dk1"/>
              </a:buClr>
              <a:buSzPts val="2000"/>
              <a:buFont typeface="Arial"/>
              <a:buChar char="​"/>
              <a:defRPr sz="2000"/>
            </a:lvl9pPr>
          </a:lstStyle>
          <a:p/>
        </p:txBody>
      </p:sp>
      <p:sp>
        <p:nvSpPr>
          <p:cNvPr id="21" name="Google Shape;21;p17"/>
          <p:cNvSpPr txBox="1"/>
          <p:nvPr>
            <p:ph idx="2" type="body"/>
          </p:nvPr>
        </p:nvSpPr>
        <p:spPr>
          <a:xfrm>
            <a:off x="457200" y="2274838"/>
            <a:ext cx="8348472" cy="2308324"/>
          </a:xfrm>
          <a:prstGeom prst="rect">
            <a:avLst/>
          </a:prstGeom>
          <a:noFill/>
          <a:ln>
            <a:noFill/>
          </a:ln>
        </p:spPr>
        <p:txBody>
          <a:bodyPr anchorCtr="0" anchor="b" bIns="0" lIns="0" spcFirstLastPara="1" rIns="0" wrap="square" tIns="0">
            <a:spAutoFit/>
          </a:bodyPr>
          <a:lstStyle>
            <a:lvl1pPr indent="-1181100" lvl="0" marL="4572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1pPr>
            <a:lvl2pPr indent="-1181100" lvl="1" marL="9144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2pPr>
            <a:lvl3pPr indent="-1181100" lvl="2" marL="13716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3pPr>
            <a:lvl4pPr indent="-1181100" lvl="3" marL="18288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4pPr>
            <a:lvl5pPr indent="-1181100" lvl="4" marL="22860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5pPr>
            <a:lvl6pPr indent="-1181100" lvl="5" marL="27432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6pPr>
            <a:lvl7pPr indent="-1181100" lvl="6" marL="32004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7pPr>
            <a:lvl8pPr indent="-1181100" lvl="7" marL="36576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8pPr>
            <a:lvl9pPr indent="-1181100" lvl="8" marL="41148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8"/>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8"/>
          <p:cNvSpPr txBox="1"/>
          <p:nvPr>
            <p:ph idx="1" type="body"/>
          </p:nvPr>
        </p:nvSpPr>
        <p:spPr>
          <a:xfrm>
            <a:off x="457200" y="1399032"/>
            <a:ext cx="11277600" cy="5001768"/>
          </a:xfrm>
          <a:prstGeom prst="rect">
            <a:avLst/>
          </a:prstGeom>
          <a:noFill/>
          <a:ln>
            <a:noFill/>
          </a:ln>
        </p:spPr>
        <p:txBody>
          <a:bodyPr anchorCtr="0" anchor="t" bIns="0" lIns="0" spcFirstLastPara="1" rIns="0" wrap="square" tIns="0">
            <a:noAutofit/>
          </a:bodyPr>
          <a:lstStyle>
            <a:lvl1pPr indent="-342900" lvl="0" marL="457200" algn="l">
              <a:spcBef>
                <a:spcPts val="600"/>
              </a:spcBef>
              <a:spcAft>
                <a:spcPts val="0"/>
              </a:spcAft>
              <a:buClr>
                <a:schemeClr val="dk1"/>
              </a:buClr>
              <a:buSzPts val="1800"/>
              <a:buChar char="•"/>
              <a:defRPr/>
            </a:lvl1pPr>
            <a:lvl2pPr indent="-342900" lvl="1" marL="914400" algn="l">
              <a:spcBef>
                <a:spcPts val="300"/>
              </a:spcBef>
              <a:spcAft>
                <a:spcPts val="0"/>
              </a:spcAft>
              <a:buClr>
                <a:schemeClr val="dk1"/>
              </a:buClr>
              <a:buSzPts val="1800"/>
              <a:buChar char="–"/>
              <a:defRPr/>
            </a:lvl2pPr>
            <a:lvl3pPr indent="-342900" lvl="2" marL="1371600" algn="l">
              <a:spcBef>
                <a:spcPts val="300"/>
              </a:spcBef>
              <a:spcAft>
                <a:spcPts val="0"/>
              </a:spcAft>
              <a:buClr>
                <a:schemeClr val="dk1"/>
              </a:buClr>
              <a:buSzPts val="1800"/>
              <a:buChar char="-"/>
              <a:defRPr/>
            </a:lvl3pPr>
            <a:lvl4pPr indent="-342900" lvl="3" marL="1828800" algn="l">
              <a:spcBef>
                <a:spcPts val="300"/>
              </a:spcBef>
              <a:spcAft>
                <a:spcPts val="0"/>
              </a:spcAft>
              <a:buClr>
                <a:schemeClr val="dk1"/>
              </a:buClr>
              <a:buSzPts val="1800"/>
              <a:buChar char="-"/>
              <a:defRPr/>
            </a:lvl4pPr>
            <a:lvl5pPr indent="-342900" lvl="4" marL="2286000" algn="l">
              <a:spcBef>
                <a:spcPts val="300"/>
              </a:spcBef>
              <a:spcAft>
                <a:spcPts val="0"/>
              </a:spcAft>
              <a:buClr>
                <a:schemeClr val="dk1"/>
              </a:buClr>
              <a:buSzPts val="1800"/>
              <a:buChar char="-"/>
              <a:defRPr/>
            </a:lvl5pPr>
            <a:lvl6pPr indent="-342900" lvl="5" marL="2743200" algn="l">
              <a:spcBef>
                <a:spcPts val="300"/>
              </a:spcBef>
              <a:spcAft>
                <a:spcPts val="0"/>
              </a:spcAft>
              <a:buClr>
                <a:schemeClr val="dk1"/>
              </a:buClr>
              <a:buSzPts val="1800"/>
              <a:buChar char="-"/>
              <a:defRPr/>
            </a:lvl6pPr>
            <a:lvl7pPr indent="-342900" lvl="6" marL="3200400" algn="l">
              <a:spcBef>
                <a:spcPts val="300"/>
              </a:spcBef>
              <a:spcAft>
                <a:spcPts val="0"/>
              </a:spcAft>
              <a:buClr>
                <a:schemeClr val="dk1"/>
              </a:buClr>
              <a:buSzPts val="1800"/>
              <a:buChar char="-"/>
              <a:defRPr/>
            </a:lvl7pPr>
            <a:lvl8pPr indent="-342900" lvl="7" marL="3657600" algn="l">
              <a:spcBef>
                <a:spcPts val="300"/>
              </a:spcBef>
              <a:spcAft>
                <a:spcPts val="0"/>
              </a:spcAft>
              <a:buClr>
                <a:schemeClr val="dk1"/>
              </a:buClr>
              <a:buSzPts val="1800"/>
              <a:buChar char="-"/>
              <a:defRPr/>
            </a:lvl8pPr>
            <a:lvl9pPr indent="-342900" lvl="8" marL="4114800" algn="l">
              <a:spcBef>
                <a:spcPts val="3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spTree>
      <p:nvGrpSpPr>
        <p:cNvPr id="25" name="Shape 25"/>
        <p:cNvGrpSpPr/>
        <p:nvPr/>
      </p:nvGrpSpPr>
      <p:grpSpPr>
        <a:xfrm>
          <a:off x="0" y="0"/>
          <a:ext cx="0" cy="0"/>
          <a:chOff x="0" y="0"/>
          <a:chExt cx="0" cy="0"/>
        </a:xfrm>
      </p:grpSpPr>
      <p:sp>
        <p:nvSpPr>
          <p:cNvPr id="26" name="Google Shape;26;p19"/>
          <p:cNvSpPr/>
          <p:nvPr/>
        </p:nvSpPr>
        <p:spPr>
          <a:xfrm>
            <a:off x="0" y="0"/>
            <a:ext cx="12192000" cy="6858000"/>
          </a:xfrm>
          <a:prstGeom prst="rect">
            <a:avLst/>
          </a:prstGeom>
          <a:solidFill>
            <a:srgbClr val="B1C5D7"/>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7" name="Google Shape;27;p19"/>
          <p:cNvSpPr txBox="1"/>
          <p:nvPr>
            <p:ph idx="1" type="body"/>
          </p:nvPr>
        </p:nvSpPr>
        <p:spPr>
          <a:xfrm>
            <a:off x="457199" y="4426803"/>
            <a:ext cx="8348472" cy="1354217"/>
          </a:xfrm>
          <a:prstGeom prst="rect">
            <a:avLst/>
          </a:prstGeom>
          <a:noFill/>
          <a:ln>
            <a:noFill/>
          </a:ln>
        </p:spPr>
        <p:txBody>
          <a:bodyPr anchorCtr="0" anchor="t" bIns="0" lIns="0" spcFirstLastPara="1" rIns="0" wrap="square" tIns="0">
            <a:spAutoFit/>
          </a:bodyPr>
          <a:lstStyle>
            <a:lvl1pPr indent="-482600" lvl="0" marL="457200" algn="l">
              <a:lnSpc>
                <a:spcPct val="85000"/>
              </a:lnSpc>
              <a:spcBef>
                <a:spcPts val="0"/>
              </a:spcBef>
              <a:spcAft>
                <a:spcPts val="0"/>
              </a:spcAft>
              <a:buClr>
                <a:schemeClr val="dk1"/>
              </a:buClr>
              <a:buSzPts val="4000"/>
              <a:buFont typeface="Arial"/>
              <a:buChar char="​"/>
              <a:defRPr b="1" sz="4000">
                <a:solidFill>
                  <a:schemeClr val="dk1"/>
                </a:solidFill>
                <a:latin typeface="Play"/>
                <a:ea typeface="Play"/>
                <a:cs typeface="Play"/>
                <a:sym typeface="Play"/>
              </a:defRPr>
            </a:lvl1pPr>
            <a:lvl2pPr indent="-355600" lvl="1" marL="914400" algn="l">
              <a:lnSpc>
                <a:spcPct val="100000"/>
              </a:lnSpc>
              <a:spcBef>
                <a:spcPts val="0"/>
              </a:spcBef>
              <a:spcAft>
                <a:spcPts val="0"/>
              </a:spcAft>
              <a:buClr>
                <a:schemeClr val="dk1"/>
              </a:buClr>
              <a:buSzPts val="2000"/>
              <a:buFont typeface="Arial"/>
              <a:buChar char="​"/>
              <a:defRPr sz="2000">
                <a:solidFill>
                  <a:schemeClr val="dk1"/>
                </a:solidFill>
              </a:defRPr>
            </a:lvl2pPr>
            <a:lvl3pPr indent="-355600" lvl="2" marL="1371600" algn="l">
              <a:lnSpc>
                <a:spcPct val="100000"/>
              </a:lnSpc>
              <a:spcBef>
                <a:spcPts val="0"/>
              </a:spcBef>
              <a:spcAft>
                <a:spcPts val="0"/>
              </a:spcAft>
              <a:buClr>
                <a:schemeClr val="dk1"/>
              </a:buClr>
              <a:buSzPts val="2000"/>
              <a:buFont typeface="Arial"/>
              <a:buChar char="​"/>
              <a:defRPr sz="2000"/>
            </a:lvl3pPr>
            <a:lvl4pPr indent="-355600" lvl="3" marL="1828800" algn="l">
              <a:lnSpc>
                <a:spcPct val="100000"/>
              </a:lnSpc>
              <a:spcBef>
                <a:spcPts val="0"/>
              </a:spcBef>
              <a:spcAft>
                <a:spcPts val="0"/>
              </a:spcAft>
              <a:buClr>
                <a:schemeClr val="dk1"/>
              </a:buClr>
              <a:buSzPts val="2000"/>
              <a:buFont typeface="Arial"/>
              <a:buChar char="​"/>
              <a:defRPr sz="2000"/>
            </a:lvl4pPr>
            <a:lvl5pPr indent="-355600" lvl="4" marL="2286000" algn="l">
              <a:lnSpc>
                <a:spcPct val="100000"/>
              </a:lnSpc>
              <a:spcBef>
                <a:spcPts val="0"/>
              </a:spcBef>
              <a:spcAft>
                <a:spcPts val="0"/>
              </a:spcAft>
              <a:buClr>
                <a:schemeClr val="dk1"/>
              </a:buClr>
              <a:buSzPts val="2000"/>
              <a:buFont typeface="Arial"/>
              <a:buChar char="​"/>
              <a:defRPr sz="2000"/>
            </a:lvl5pPr>
            <a:lvl6pPr indent="-355600" lvl="5" marL="2743200" algn="l">
              <a:lnSpc>
                <a:spcPct val="100000"/>
              </a:lnSpc>
              <a:spcBef>
                <a:spcPts val="0"/>
              </a:spcBef>
              <a:spcAft>
                <a:spcPts val="0"/>
              </a:spcAft>
              <a:buClr>
                <a:schemeClr val="dk1"/>
              </a:buClr>
              <a:buSzPts val="2000"/>
              <a:buFont typeface="Arial"/>
              <a:buChar char="​"/>
              <a:defRPr sz="2000"/>
            </a:lvl6pPr>
            <a:lvl7pPr indent="-355600" lvl="6" marL="3200400" algn="l">
              <a:lnSpc>
                <a:spcPct val="100000"/>
              </a:lnSpc>
              <a:spcBef>
                <a:spcPts val="0"/>
              </a:spcBef>
              <a:spcAft>
                <a:spcPts val="0"/>
              </a:spcAft>
              <a:buClr>
                <a:schemeClr val="dk1"/>
              </a:buClr>
              <a:buSzPts val="2000"/>
              <a:buFont typeface="Arial"/>
              <a:buChar char="​"/>
              <a:defRPr sz="2000"/>
            </a:lvl7pPr>
            <a:lvl8pPr indent="-355600" lvl="7" marL="3657600" algn="l">
              <a:lnSpc>
                <a:spcPct val="100000"/>
              </a:lnSpc>
              <a:spcBef>
                <a:spcPts val="0"/>
              </a:spcBef>
              <a:spcAft>
                <a:spcPts val="0"/>
              </a:spcAft>
              <a:buClr>
                <a:schemeClr val="dk1"/>
              </a:buClr>
              <a:buSzPts val="2000"/>
              <a:buFont typeface="Arial"/>
              <a:buChar char="​"/>
              <a:defRPr sz="2000"/>
            </a:lvl8pPr>
            <a:lvl9pPr indent="-355600" lvl="8" marL="4114800" algn="l">
              <a:lnSpc>
                <a:spcPct val="100000"/>
              </a:lnSpc>
              <a:spcBef>
                <a:spcPts val="0"/>
              </a:spcBef>
              <a:spcAft>
                <a:spcPts val="0"/>
              </a:spcAft>
              <a:buClr>
                <a:schemeClr val="dk1"/>
              </a:buClr>
              <a:buSzPts val="2000"/>
              <a:buFont typeface="Arial"/>
              <a:buChar char="​"/>
              <a:defRPr sz="2000"/>
            </a:lvl9pPr>
          </a:lstStyle>
          <a:p/>
        </p:txBody>
      </p:sp>
      <p:sp>
        <p:nvSpPr>
          <p:cNvPr id="28" name="Google Shape;28;p19"/>
          <p:cNvSpPr txBox="1"/>
          <p:nvPr>
            <p:ph idx="2" type="body"/>
          </p:nvPr>
        </p:nvSpPr>
        <p:spPr>
          <a:xfrm>
            <a:off x="457200" y="2274838"/>
            <a:ext cx="8348472" cy="2308324"/>
          </a:xfrm>
          <a:prstGeom prst="rect">
            <a:avLst/>
          </a:prstGeom>
          <a:noFill/>
          <a:ln>
            <a:noFill/>
          </a:ln>
        </p:spPr>
        <p:txBody>
          <a:bodyPr anchorCtr="0" anchor="b" bIns="0" lIns="0" spcFirstLastPara="1" rIns="0" wrap="square" tIns="0">
            <a:spAutoFit/>
          </a:bodyPr>
          <a:lstStyle>
            <a:lvl1pPr indent="-1181100" lvl="0" marL="4572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1pPr>
            <a:lvl2pPr indent="-1181100" lvl="1" marL="9144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2pPr>
            <a:lvl3pPr indent="-1181100" lvl="2" marL="13716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3pPr>
            <a:lvl4pPr indent="-1181100" lvl="3" marL="18288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4pPr>
            <a:lvl5pPr indent="-1181100" lvl="4" marL="22860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5pPr>
            <a:lvl6pPr indent="-1181100" lvl="5" marL="27432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6pPr>
            <a:lvl7pPr indent="-1181100" lvl="6" marL="32004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7pPr>
            <a:lvl8pPr indent="-1181100" lvl="7" marL="36576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8pPr>
            <a:lvl9pPr indent="-1181100" lvl="8" marL="4114800" algn="l">
              <a:lnSpc>
                <a:spcPct val="100000"/>
              </a:lnSpc>
              <a:spcBef>
                <a:spcPts val="0"/>
              </a:spcBef>
              <a:spcAft>
                <a:spcPts val="0"/>
              </a:spcAft>
              <a:buClr>
                <a:schemeClr val="dk1"/>
              </a:buClr>
              <a:buSzPts val="15000"/>
              <a:buFont typeface="Arial"/>
              <a:buChar char="​"/>
              <a:defRPr b="1" sz="15000">
                <a:solidFill>
                  <a:schemeClr val="dk1"/>
                </a:solidFill>
                <a:latin typeface="Play"/>
                <a:ea typeface="Play"/>
                <a:cs typeface="Play"/>
                <a:sym typeface="Play"/>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ing">
  <p:cSld name="Heading">
    <p:spTree>
      <p:nvGrpSpPr>
        <p:cNvPr id="29" name="Shape 29"/>
        <p:cNvGrpSpPr/>
        <p:nvPr/>
      </p:nvGrpSpPr>
      <p:grpSpPr>
        <a:xfrm>
          <a:off x="0" y="0"/>
          <a:ext cx="0" cy="0"/>
          <a:chOff x="0" y="0"/>
          <a:chExt cx="0" cy="0"/>
        </a:xfrm>
      </p:grpSpPr>
      <p:sp>
        <p:nvSpPr>
          <p:cNvPr id="30" name="Google Shape;30;p20"/>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0"/>
          <p:cNvSpPr txBox="1"/>
          <p:nvPr>
            <p:ph idx="1" type="body"/>
          </p:nvPr>
        </p:nvSpPr>
        <p:spPr>
          <a:xfrm>
            <a:off x="457200" y="1399032"/>
            <a:ext cx="112776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Tree>
  </p:cSld>
  <p:clrMapOvr>
    <a:masterClrMapping/>
  </p:clrMapOvr>
  <p:extLst>
    <p:ext uri="{DCECCB84-F9BA-43D5-87BE-67443E8EF086}">
      <p15:sldGuideLst>
        <p15:guide id="1" orient="horz" pos="880">
          <p15:clr>
            <a:srgbClr val="FBAE40"/>
          </p15:clr>
        </p15:guide>
        <p15:guide id="2" orient="horz" pos="118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2" name="Shape 32"/>
        <p:cNvGrpSpPr/>
        <p:nvPr/>
      </p:nvGrpSpPr>
      <p:grpSpPr>
        <a:xfrm>
          <a:off x="0" y="0"/>
          <a:ext cx="0" cy="0"/>
          <a:chOff x="0" y="0"/>
          <a:chExt cx="0" cy="0"/>
        </a:xfrm>
      </p:grpSpPr>
      <p:sp>
        <p:nvSpPr>
          <p:cNvPr id="33" name="Google Shape;33;p21"/>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1"/>
          <p:cNvSpPr txBox="1"/>
          <p:nvPr>
            <p:ph idx="1" type="body"/>
          </p:nvPr>
        </p:nvSpPr>
        <p:spPr>
          <a:xfrm>
            <a:off x="457200" y="1399032"/>
            <a:ext cx="11277600" cy="5001768"/>
          </a:xfrm>
          <a:prstGeom prst="rect">
            <a:avLst/>
          </a:prstGeom>
          <a:noFill/>
          <a:ln>
            <a:noFill/>
          </a:ln>
        </p:spPr>
        <p:txBody>
          <a:bodyPr anchorCtr="0" anchor="t" bIns="0" lIns="0" spcFirstLastPara="1" rIns="0" wrap="square" tIns="0">
            <a:noAutofit/>
          </a:bodyPr>
          <a:lstStyle>
            <a:lvl1pPr indent="-342900" lvl="0" marL="457200" algn="l">
              <a:spcBef>
                <a:spcPts val="600"/>
              </a:spcBef>
              <a:spcAft>
                <a:spcPts val="0"/>
              </a:spcAft>
              <a:buClr>
                <a:schemeClr val="dk1"/>
              </a:buClr>
              <a:buSzPts val="1800"/>
              <a:buChar char="•"/>
              <a:defRPr/>
            </a:lvl1pPr>
            <a:lvl2pPr indent="-342900" lvl="1" marL="914400" algn="l">
              <a:spcBef>
                <a:spcPts val="300"/>
              </a:spcBef>
              <a:spcAft>
                <a:spcPts val="0"/>
              </a:spcAft>
              <a:buClr>
                <a:schemeClr val="dk1"/>
              </a:buClr>
              <a:buSzPts val="1800"/>
              <a:buChar char="–"/>
              <a:defRPr/>
            </a:lvl2pPr>
            <a:lvl3pPr indent="-342900" lvl="2" marL="1371600" algn="l">
              <a:spcBef>
                <a:spcPts val="300"/>
              </a:spcBef>
              <a:spcAft>
                <a:spcPts val="0"/>
              </a:spcAft>
              <a:buClr>
                <a:schemeClr val="dk1"/>
              </a:buClr>
              <a:buSzPts val="1800"/>
              <a:buChar char="-"/>
              <a:defRPr/>
            </a:lvl3pPr>
            <a:lvl4pPr indent="-342900" lvl="3" marL="1828800" algn="l">
              <a:spcBef>
                <a:spcPts val="300"/>
              </a:spcBef>
              <a:spcAft>
                <a:spcPts val="0"/>
              </a:spcAft>
              <a:buClr>
                <a:schemeClr val="dk1"/>
              </a:buClr>
              <a:buSzPts val="1800"/>
              <a:buChar char="-"/>
              <a:defRPr/>
            </a:lvl4pPr>
            <a:lvl5pPr indent="-342900" lvl="4" marL="2286000" algn="l">
              <a:spcBef>
                <a:spcPts val="300"/>
              </a:spcBef>
              <a:spcAft>
                <a:spcPts val="0"/>
              </a:spcAft>
              <a:buClr>
                <a:schemeClr val="dk1"/>
              </a:buClr>
              <a:buSzPts val="1800"/>
              <a:buChar char="-"/>
              <a:defRPr/>
            </a:lvl5pPr>
            <a:lvl6pPr indent="-342900" lvl="5" marL="2743200" algn="l">
              <a:spcBef>
                <a:spcPts val="300"/>
              </a:spcBef>
              <a:spcAft>
                <a:spcPts val="0"/>
              </a:spcAft>
              <a:buClr>
                <a:schemeClr val="dk1"/>
              </a:buClr>
              <a:buSzPts val="1800"/>
              <a:buChar char="-"/>
              <a:defRPr/>
            </a:lvl6pPr>
            <a:lvl7pPr indent="-342900" lvl="6" marL="3200400" algn="l">
              <a:spcBef>
                <a:spcPts val="300"/>
              </a:spcBef>
              <a:spcAft>
                <a:spcPts val="0"/>
              </a:spcAft>
              <a:buClr>
                <a:schemeClr val="dk1"/>
              </a:buClr>
              <a:buSzPts val="1800"/>
              <a:buChar char="-"/>
              <a:defRPr/>
            </a:lvl7pPr>
            <a:lvl8pPr indent="-342900" lvl="7" marL="3657600" algn="l">
              <a:spcBef>
                <a:spcPts val="300"/>
              </a:spcBef>
              <a:spcAft>
                <a:spcPts val="0"/>
              </a:spcAft>
              <a:buClr>
                <a:schemeClr val="dk1"/>
              </a:buClr>
              <a:buSzPts val="1800"/>
              <a:buChar char="-"/>
              <a:defRPr/>
            </a:lvl8pPr>
            <a:lvl9pPr indent="-342900" lvl="8" marL="4114800" algn="l">
              <a:spcBef>
                <a:spcPts val="3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lification" showMasterSp="0">
  <p:cSld name="Qualification">
    <p:spTree>
      <p:nvGrpSpPr>
        <p:cNvPr id="35" name="Shape 35"/>
        <p:cNvGrpSpPr/>
        <p:nvPr/>
      </p:nvGrpSpPr>
      <p:grpSpPr>
        <a:xfrm>
          <a:off x="0" y="0"/>
          <a:ext cx="0" cy="0"/>
          <a:chOff x="0" y="0"/>
          <a:chExt cx="0" cy="0"/>
        </a:xfrm>
      </p:grpSpPr>
      <p:graphicFrame>
        <p:nvGraphicFramePr>
          <p:cNvPr id="36" name="Google Shape;36;p22"/>
          <p:cNvGraphicFramePr/>
          <p:nvPr/>
        </p:nvGraphicFramePr>
        <p:xfrm>
          <a:off x="457199" y="1828800"/>
          <a:ext cx="3000000" cy="3000000"/>
        </p:xfrm>
        <a:graphic>
          <a:graphicData uri="http://schemas.openxmlformats.org/drawingml/2006/table">
            <a:tbl>
              <a:tblPr>
                <a:noFill/>
                <a:tableStyleId>{B4AC197F-39B0-4D03-96E9-CCEEDEB63DC1}</a:tableStyleId>
              </a:tblPr>
              <a:tblGrid>
                <a:gridCol w="9321800"/>
              </a:tblGrid>
              <a:tr h="304800">
                <a:tc>
                  <a:txBody>
                    <a:bodyPr/>
                    <a:lstStyle/>
                    <a:p>
                      <a:pPr indent="0" lvl="0" marL="0" marR="0" rtl="0" algn="l">
                        <a:lnSpc>
                          <a:spcPct val="100000"/>
                        </a:lnSpc>
                        <a:spcBef>
                          <a:spcPts val="0"/>
                        </a:spcBef>
                        <a:spcAft>
                          <a:spcPts val="0"/>
                        </a:spcAft>
                        <a:buClr>
                          <a:schemeClr val="dk1"/>
                        </a:buClr>
                        <a:buSzPts val="2400"/>
                        <a:buFont typeface="Play"/>
                        <a:buNone/>
                      </a:pPr>
                      <a:r>
                        <a:rPr b="1" lang="en-GB" sz="2400" u="none" cap="none" strike="noStrike">
                          <a:solidFill>
                            <a:schemeClr val="dk1"/>
                          </a:solidFill>
                          <a:latin typeface="Play"/>
                          <a:ea typeface="Play"/>
                          <a:cs typeface="Play"/>
                          <a:sym typeface="Play"/>
                        </a:rPr>
                        <a:t>QUALIFICATIONS, ASSUMPTIONS, AND LIMITING CONDITIONS</a:t>
                      </a:r>
                      <a:endParaRPr b="1" sz="2400" u="none" cap="none" strike="noStrike">
                        <a:solidFill>
                          <a:schemeClr val="dk1"/>
                        </a:solidFill>
                        <a:latin typeface="Play"/>
                        <a:ea typeface="Play"/>
                        <a:cs typeface="Play"/>
                        <a:sym typeface="Play"/>
                      </a:endParaRPr>
                    </a:p>
                  </a:txBody>
                  <a:tcPr marT="0" marB="45725"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chemeClr val="dk1"/>
                        </a:buClr>
                        <a:buSzPts val="1200"/>
                        <a:buFont typeface="Arial"/>
                        <a:buNone/>
                      </a:pPr>
                      <a:r>
                        <a:rPr lang="en-GB" sz="1200" u="none" cap="none" strike="noStrike">
                          <a:solidFill>
                            <a:schemeClr val="dk1"/>
                          </a:solidFill>
                          <a:latin typeface="Arial"/>
                          <a:ea typeface="Arial"/>
                          <a:cs typeface="Arial"/>
                          <a:sym typeface="Arial"/>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a:t>
                      </a:r>
                      <a:br>
                        <a:rPr lang="en-GB" sz="1200" u="none" cap="none" strike="noStrike">
                          <a:solidFill>
                            <a:schemeClr val="dk1"/>
                          </a:solidFill>
                          <a:latin typeface="Arial"/>
                          <a:ea typeface="Arial"/>
                          <a:cs typeface="Arial"/>
                          <a:sym typeface="Arial"/>
                        </a:rPr>
                      </a:br>
                      <a:r>
                        <a:rPr lang="en-GB" sz="1200" u="none" cap="none" strike="noStrike">
                          <a:solidFill>
                            <a:schemeClr val="dk1"/>
                          </a:solidFill>
                          <a:latin typeface="Arial"/>
                          <a:ea typeface="Arial"/>
                          <a:cs typeface="Arial"/>
                          <a:sym typeface="Arial"/>
                        </a:rPr>
                        <a:t>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a:t>
                      </a:r>
                      <a:br>
                        <a:rPr lang="en-GB" sz="1200" u="none" cap="none" strike="noStrike">
                          <a:solidFill>
                            <a:schemeClr val="dk1"/>
                          </a:solidFill>
                          <a:latin typeface="Arial"/>
                          <a:ea typeface="Arial"/>
                          <a:cs typeface="Arial"/>
                          <a:sym typeface="Arial"/>
                        </a:rPr>
                      </a:br>
                      <a:r>
                        <a:rPr lang="en-GB" sz="1200" u="none" cap="none" strike="noStrike">
                          <a:solidFill>
                            <a:schemeClr val="dk1"/>
                          </a:solidFill>
                          <a:latin typeface="Arial"/>
                          <a:ea typeface="Arial"/>
                          <a:cs typeface="Arial"/>
                          <a:sym typeface="Arial"/>
                        </a:rPr>
                        <a:t>The opinions expressed in this report are valid only for the purpose stated herein and as of the date of this report. No obligation is assumed to revise this report to reflect changes, events, or conditions, which occur subsequent to the date hereof.</a:t>
                      </a:r>
                      <a:br>
                        <a:rPr lang="en-GB" sz="1200" u="none" cap="none" strike="noStrike">
                          <a:solidFill>
                            <a:schemeClr val="dk1"/>
                          </a:solidFill>
                          <a:latin typeface="Arial"/>
                          <a:ea typeface="Arial"/>
                          <a:cs typeface="Arial"/>
                          <a:sym typeface="Arial"/>
                        </a:rPr>
                      </a:br>
                      <a:r>
                        <a:rPr lang="en-GB" sz="1200" u="none" cap="none" strike="noStrike">
                          <a:solidFill>
                            <a:schemeClr val="dk1"/>
                          </a:solidFill>
                          <a:latin typeface="Arial"/>
                          <a:ea typeface="Arial"/>
                          <a:cs typeface="Arial"/>
                          <a:sym typeface="Arial"/>
                        </a:rPr>
                        <a:t>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endParaRPr sz="1200" u="none" cap="none" strike="noStrike">
                        <a:solidFill>
                          <a:schemeClr val="dk1"/>
                        </a:solidFill>
                        <a:latin typeface="Arial"/>
                        <a:ea typeface="Arial"/>
                        <a:cs typeface="Arial"/>
                        <a:sym typeface="Arial"/>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7" name="Shape 37"/>
        <p:cNvGrpSpPr/>
        <p:nvPr/>
      </p:nvGrpSpPr>
      <p:grpSpPr>
        <a:xfrm>
          <a:off x="0" y="0"/>
          <a:ext cx="0" cy="0"/>
          <a:chOff x="0" y="0"/>
          <a:chExt cx="0" cy="0"/>
        </a:xfrm>
      </p:grpSpPr>
      <p:sp>
        <p:nvSpPr>
          <p:cNvPr id="38" name="Google Shape;38;p23"/>
          <p:cNvSpPr/>
          <p:nvPr/>
        </p:nvSpPr>
        <p:spPr>
          <a:xfrm>
            <a:off x="0" y="0"/>
            <a:ext cx="12192000" cy="6858000"/>
          </a:xfrm>
          <a:prstGeom prst="rect">
            <a:avLst/>
          </a:prstGeom>
          <a:solidFill>
            <a:srgbClr val="243748"/>
          </a:solidFill>
          <a:ln cap="flat" cmpd="sng" w="9525">
            <a:solidFill>
              <a:schemeClr val="dk1"/>
            </a:solidFill>
            <a:prstDash val="solid"/>
            <a:miter lim="800000"/>
            <a:headEnd len="sm" w="sm" type="none"/>
            <a:tailEnd len="sm" w="sm" type="none"/>
          </a:ln>
        </p:spPr>
        <p:txBody>
          <a:bodyPr anchorCtr="0" anchor="ctr" bIns="73150" lIns="73150" spcFirstLastPara="1" rIns="73150" wrap="square" tIns="7315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9" name="Google Shape;39;p23"/>
          <p:cNvSpPr txBox="1"/>
          <p:nvPr>
            <p:ph idx="1" type="body"/>
          </p:nvPr>
        </p:nvSpPr>
        <p:spPr>
          <a:xfrm>
            <a:off x="457200" y="1992768"/>
            <a:ext cx="9321800" cy="2837315"/>
          </a:xfrm>
          <a:prstGeom prst="rect">
            <a:avLst/>
          </a:prstGeom>
          <a:noFill/>
          <a:ln>
            <a:noFill/>
          </a:ln>
        </p:spPr>
        <p:txBody>
          <a:bodyPr anchorCtr="0" anchor="b" bIns="0" lIns="0" spcFirstLastPara="1" rIns="0" wrap="square" tIns="0">
            <a:spAutoFit/>
          </a:bodyPr>
          <a:lstStyle>
            <a:lvl1pPr indent="-685800" lvl="0" marL="457200" algn="l">
              <a:lnSpc>
                <a:spcPct val="85000"/>
              </a:lnSpc>
              <a:spcBef>
                <a:spcPts val="0"/>
              </a:spcBef>
              <a:spcAft>
                <a:spcPts val="0"/>
              </a:spcAft>
              <a:buClr>
                <a:schemeClr val="accent1"/>
              </a:buClr>
              <a:buSzPts val="7200"/>
              <a:buFont typeface="Arial"/>
              <a:buChar char="​"/>
              <a:defRPr b="1" sz="7200">
                <a:solidFill>
                  <a:schemeClr val="accent1"/>
                </a:solidFill>
                <a:latin typeface="Play"/>
                <a:ea typeface="Play"/>
                <a:cs typeface="Play"/>
                <a:sym typeface="Play"/>
              </a:defRPr>
            </a:lvl1pPr>
            <a:lvl2pPr indent="-355600" lvl="1" marL="914400" algn="l">
              <a:lnSpc>
                <a:spcPct val="100000"/>
              </a:lnSpc>
              <a:spcBef>
                <a:spcPts val="0"/>
              </a:spcBef>
              <a:spcAft>
                <a:spcPts val="0"/>
              </a:spcAft>
              <a:buClr>
                <a:schemeClr val="dk1"/>
              </a:buClr>
              <a:buSzPts val="2000"/>
              <a:buFont typeface="Arial"/>
              <a:buChar char="​"/>
              <a:defRPr sz="2000">
                <a:solidFill>
                  <a:schemeClr val="dk1"/>
                </a:solidFill>
              </a:defRPr>
            </a:lvl2pPr>
            <a:lvl3pPr indent="-355600" lvl="2" marL="1371600" algn="l">
              <a:lnSpc>
                <a:spcPct val="100000"/>
              </a:lnSpc>
              <a:spcBef>
                <a:spcPts val="0"/>
              </a:spcBef>
              <a:spcAft>
                <a:spcPts val="0"/>
              </a:spcAft>
              <a:buClr>
                <a:schemeClr val="dk1"/>
              </a:buClr>
              <a:buSzPts val="2000"/>
              <a:buFont typeface="Arial"/>
              <a:buChar char="​"/>
              <a:defRPr sz="2000">
                <a:solidFill>
                  <a:schemeClr val="dk1"/>
                </a:solidFill>
              </a:defRPr>
            </a:lvl3pPr>
            <a:lvl4pPr indent="-355600" lvl="3" marL="1828800" algn="l">
              <a:lnSpc>
                <a:spcPct val="100000"/>
              </a:lnSpc>
              <a:spcBef>
                <a:spcPts val="0"/>
              </a:spcBef>
              <a:spcAft>
                <a:spcPts val="0"/>
              </a:spcAft>
              <a:buClr>
                <a:schemeClr val="dk1"/>
              </a:buClr>
              <a:buSzPts val="2000"/>
              <a:buFont typeface="Arial"/>
              <a:buChar char="​"/>
              <a:defRPr sz="2000">
                <a:solidFill>
                  <a:schemeClr val="dk1"/>
                </a:solidFill>
              </a:defRPr>
            </a:lvl4pPr>
            <a:lvl5pPr indent="-355600" lvl="4" marL="2286000" algn="l">
              <a:lnSpc>
                <a:spcPct val="100000"/>
              </a:lnSpc>
              <a:spcBef>
                <a:spcPts val="0"/>
              </a:spcBef>
              <a:spcAft>
                <a:spcPts val="0"/>
              </a:spcAft>
              <a:buClr>
                <a:schemeClr val="dk1"/>
              </a:buClr>
              <a:buSzPts val="2000"/>
              <a:buFont typeface="Arial"/>
              <a:buChar char="​"/>
              <a:defRPr sz="2000">
                <a:solidFill>
                  <a:schemeClr val="dk1"/>
                </a:solidFill>
              </a:defRPr>
            </a:lvl5pPr>
            <a:lvl6pPr indent="-355600" lvl="5" marL="2743200" algn="l">
              <a:lnSpc>
                <a:spcPct val="100000"/>
              </a:lnSpc>
              <a:spcBef>
                <a:spcPts val="0"/>
              </a:spcBef>
              <a:spcAft>
                <a:spcPts val="0"/>
              </a:spcAft>
              <a:buClr>
                <a:schemeClr val="dk1"/>
              </a:buClr>
              <a:buSzPts val="2000"/>
              <a:buFont typeface="Arial"/>
              <a:buChar char="​"/>
              <a:defRPr sz="2000">
                <a:solidFill>
                  <a:schemeClr val="dk1"/>
                </a:solidFill>
              </a:defRPr>
            </a:lvl6pPr>
            <a:lvl7pPr indent="-355600" lvl="6" marL="3200400" algn="l">
              <a:lnSpc>
                <a:spcPct val="100000"/>
              </a:lnSpc>
              <a:spcBef>
                <a:spcPts val="0"/>
              </a:spcBef>
              <a:spcAft>
                <a:spcPts val="0"/>
              </a:spcAft>
              <a:buClr>
                <a:schemeClr val="dk1"/>
              </a:buClr>
              <a:buSzPts val="2000"/>
              <a:buFont typeface="Arial"/>
              <a:buChar char="​"/>
              <a:defRPr sz="2000">
                <a:solidFill>
                  <a:schemeClr val="dk1"/>
                </a:solidFill>
              </a:defRPr>
            </a:lvl7pPr>
            <a:lvl8pPr indent="-355600" lvl="7" marL="3657600" algn="l">
              <a:lnSpc>
                <a:spcPct val="100000"/>
              </a:lnSpc>
              <a:spcBef>
                <a:spcPts val="0"/>
              </a:spcBef>
              <a:spcAft>
                <a:spcPts val="0"/>
              </a:spcAft>
              <a:buClr>
                <a:schemeClr val="dk1"/>
              </a:buClr>
              <a:buSzPts val="2000"/>
              <a:buFont typeface="Arial"/>
              <a:buChar char="​"/>
              <a:defRPr sz="2000">
                <a:solidFill>
                  <a:schemeClr val="dk1"/>
                </a:solidFill>
              </a:defRPr>
            </a:lvl8pPr>
            <a:lvl9pPr indent="-355600" lvl="8" marL="4114800" algn="l">
              <a:lnSpc>
                <a:spcPct val="100000"/>
              </a:lnSpc>
              <a:spcBef>
                <a:spcPts val="0"/>
              </a:spcBef>
              <a:spcAft>
                <a:spcPts val="0"/>
              </a:spcAft>
              <a:buClr>
                <a:schemeClr val="dk1"/>
              </a:buClr>
              <a:buSzPts val="2000"/>
              <a:buFont typeface="Arial"/>
              <a:buChar char="​"/>
              <a:defRPr sz="2000">
                <a:solidFill>
                  <a:schemeClr val="dk1"/>
                </a:solidFill>
              </a:defRPr>
            </a:lvl9pPr>
          </a:lstStyle>
          <a:p/>
        </p:txBody>
      </p:sp>
      <p:sp>
        <p:nvSpPr>
          <p:cNvPr id="40" name="Google Shape;40;p23"/>
          <p:cNvSpPr txBox="1"/>
          <p:nvPr>
            <p:ph idx="2" type="body"/>
          </p:nvPr>
        </p:nvSpPr>
        <p:spPr>
          <a:xfrm>
            <a:off x="457200" y="4830084"/>
            <a:ext cx="9321800" cy="307777"/>
          </a:xfrm>
          <a:prstGeom prst="rect">
            <a:avLst/>
          </a:prstGeom>
          <a:noFill/>
          <a:ln>
            <a:noFill/>
          </a:ln>
        </p:spPr>
        <p:txBody>
          <a:bodyPr anchorCtr="0" anchor="t" bIns="0" lIns="0" spcFirstLastPara="1" rIns="0" wrap="square" tIns="0">
            <a:spAutoFit/>
          </a:bodyPr>
          <a:lstStyle>
            <a:lvl1pPr indent="-355600" lvl="0" marL="457200" algn="l">
              <a:spcBef>
                <a:spcPts val="0"/>
              </a:spcBef>
              <a:spcAft>
                <a:spcPts val="0"/>
              </a:spcAft>
              <a:buClr>
                <a:schemeClr val="dk1"/>
              </a:buClr>
              <a:buSzPts val="2000"/>
              <a:buFont typeface="Arial"/>
              <a:buChar char="​"/>
              <a:defRPr sz="2000">
                <a:solidFill>
                  <a:schemeClr val="dk1"/>
                </a:solidFill>
              </a:defRPr>
            </a:lvl1pPr>
            <a:lvl2pPr indent="-355600" lvl="1" marL="914400" algn="l">
              <a:spcBef>
                <a:spcPts val="0"/>
              </a:spcBef>
              <a:spcAft>
                <a:spcPts val="0"/>
              </a:spcAft>
              <a:buClr>
                <a:schemeClr val="dk1"/>
              </a:buClr>
              <a:buSzPts val="2000"/>
              <a:buFont typeface="Arial"/>
              <a:buChar char="​"/>
              <a:defRPr sz="2000">
                <a:solidFill>
                  <a:schemeClr val="dk1"/>
                </a:solidFill>
              </a:defRPr>
            </a:lvl2pPr>
            <a:lvl3pPr indent="-355600" lvl="2" marL="1371600" algn="l">
              <a:spcBef>
                <a:spcPts val="0"/>
              </a:spcBef>
              <a:spcAft>
                <a:spcPts val="0"/>
              </a:spcAft>
              <a:buClr>
                <a:schemeClr val="dk1"/>
              </a:buClr>
              <a:buSzPts val="2000"/>
              <a:buFont typeface="Arial"/>
              <a:buChar char="​"/>
              <a:defRPr sz="2000">
                <a:solidFill>
                  <a:schemeClr val="dk1"/>
                </a:solidFill>
              </a:defRPr>
            </a:lvl3pPr>
            <a:lvl4pPr indent="-355600" lvl="3" marL="1828800" algn="l">
              <a:spcBef>
                <a:spcPts val="0"/>
              </a:spcBef>
              <a:spcAft>
                <a:spcPts val="0"/>
              </a:spcAft>
              <a:buClr>
                <a:schemeClr val="dk1"/>
              </a:buClr>
              <a:buSzPts val="2000"/>
              <a:buFont typeface="Arial"/>
              <a:buChar char="​"/>
              <a:defRPr sz="2000">
                <a:solidFill>
                  <a:schemeClr val="dk1"/>
                </a:solidFill>
              </a:defRPr>
            </a:lvl4pPr>
            <a:lvl5pPr indent="-355600" lvl="4" marL="2286000" algn="l">
              <a:spcBef>
                <a:spcPts val="0"/>
              </a:spcBef>
              <a:spcAft>
                <a:spcPts val="0"/>
              </a:spcAft>
              <a:buClr>
                <a:schemeClr val="dk1"/>
              </a:buClr>
              <a:buSzPts val="2000"/>
              <a:buFont typeface="Arial"/>
              <a:buChar char="​"/>
              <a:defRPr sz="2000">
                <a:solidFill>
                  <a:schemeClr val="dk1"/>
                </a:solidFill>
              </a:defRPr>
            </a:lvl5pPr>
            <a:lvl6pPr indent="-355600" lvl="5" marL="2743200" algn="l">
              <a:spcBef>
                <a:spcPts val="0"/>
              </a:spcBef>
              <a:spcAft>
                <a:spcPts val="0"/>
              </a:spcAft>
              <a:buClr>
                <a:schemeClr val="dk1"/>
              </a:buClr>
              <a:buSzPts val="2000"/>
              <a:buFont typeface="Arial"/>
              <a:buChar char="​"/>
              <a:defRPr sz="2000">
                <a:solidFill>
                  <a:schemeClr val="dk1"/>
                </a:solidFill>
              </a:defRPr>
            </a:lvl6pPr>
            <a:lvl7pPr indent="-355600" lvl="6" marL="3200400" algn="l">
              <a:spcBef>
                <a:spcPts val="0"/>
              </a:spcBef>
              <a:spcAft>
                <a:spcPts val="0"/>
              </a:spcAft>
              <a:buClr>
                <a:schemeClr val="dk1"/>
              </a:buClr>
              <a:buSzPts val="2000"/>
              <a:buFont typeface="Arial"/>
              <a:buChar char="​"/>
              <a:defRPr sz="2000">
                <a:solidFill>
                  <a:schemeClr val="dk1"/>
                </a:solidFill>
              </a:defRPr>
            </a:lvl7pPr>
            <a:lvl8pPr indent="-355600" lvl="7" marL="3657600" algn="l">
              <a:spcBef>
                <a:spcPts val="0"/>
              </a:spcBef>
              <a:spcAft>
                <a:spcPts val="0"/>
              </a:spcAft>
              <a:buClr>
                <a:schemeClr val="dk1"/>
              </a:buClr>
              <a:buSzPts val="2000"/>
              <a:buFont typeface="Arial"/>
              <a:buChar char="​"/>
              <a:defRPr sz="2000">
                <a:solidFill>
                  <a:schemeClr val="dk1"/>
                </a:solidFill>
              </a:defRPr>
            </a:lvl8pPr>
            <a:lvl9pPr indent="-355600" lvl="8" marL="4114800" algn="l">
              <a:spcBef>
                <a:spcPts val="0"/>
              </a:spcBef>
              <a:spcAft>
                <a:spcPts val="0"/>
              </a:spcAft>
              <a:buClr>
                <a:schemeClr val="dk1"/>
              </a:buClr>
              <a:buSzPts val="2000"/>
              <a:buFont typeface="Arial"/>
              <a:buChar char="​"/>
              <a:defRPr sz="2000">
                <a:solidFill>
                  <a:schemeClr val="dk1"/>
                </a:solidFill>
              </a:defRPr>
            </a:lvl9pPr>
          </a:lstStyle>
          <a:p/>
        </p:txBody>
      </p:sp>
      <p:sp>
        <p:nvSpPr>
          <p:cNvPr id="41" name="Google Shape;41;p23"/>
          <p:cNvSpPr txBox="1"/>
          <p:nvPr>
            <p:ph idx="3" type="body"/>
          </p:nvPr>
        </p:nvSpPr>
        <p:spPr>
          <a:xfrm>
            <a:off x="457200" y="5754469"/>
            <a:ext cx="9321800" cy="646331"/>
          </a:xfrm>
          <a:prstGeom prst="rect">
            <a:avLst/>
          </a:prstGeom>
          <a:noFill/>
          <a:ln>
            <a:noFill/>
          </a:ln>
        </p:spPr>
        <p:txBody>
          <a:bodyPr anchorCtr="0" anchor="b" bIns="0" lIns="0" spcFirstLastPara="1" rIns="0" wrap="square" tIns="0">
            <a:spAutoFit/>
          </a:bodyPr>
          <a:lstStyle>
            <a:lvl1pPr indent="-317500" lvl="0" marL="457200" algn="l">
              <a:spcBef>
                <a:spcPts val="0"/>
              </a:spcBef>
              <a:spcAft>
                <a:spcPts val="0"/>
              </a:spcAft>
              <a:buClr>
                <a:schemeClr val="dk1"/>
              </a:buClr>
              <a:buSzPts val="1400"/>
              <a:buFont typeface="Arial"/>
              <a:buChar char="​"/>
              <a:defRPr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24"/>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heading">
  <p:cSld name="Title and Content with heading">
    <p:spTree>
      <p:nvGrpSpPr>
        <p:cNvPr id="44" name="Shape 44"/>
        <p:cNvGrpSpPr/>
        <p:nvPr/>
      </p:nvGrpSpPr>
      <p:grpSpPr>
        <a:xfrm>
          <a:off x="0" y="0"/>
          <a:ext cx="0" cy="0"/>
          <a:chOff x="0" y="0"/>
          <a:chExt cx="0" cy="0"/>
        </a:xfrm>
      </p:grpSpPr>
      <p:sp>
        <p:nvSpPr>
          <p:cNvPr id="45" name="Google Shape;45;p25"/>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5"/>
          <p:cNvSpPr txBox="1"/>
          <p:nvPr>
            <p:ph idx="1" type="body"/>
          </p:nvPr>
        </p:nvSpPr>
        <p:spPr>
          <a:xfrm>
            <a:off x="457200" y="1399032"/>
            <a:ext cx="112776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47" name="Google Shape;47;p25"/>
          <p:cNvSpPr txBox="1"/>
          <p:nvPr>
            <p:ph idx="2" type="body"/>
          </p:nvPr>
        </p:nvSpPr>
        <p:spPr>
          <a:xfrm>
            <a:off x="457200" y="1883664"/>
            <a:ext cx="112776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orient="horz" pos="11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ortrait photo on right">
  <p:cSld name="Big portrait photo on right">
    <p:spTree>
      <p:nvGrpSpPr>
        <p:cNvPr id="48" name="Shape 48"/>
        <p:cNvGrpSpPr/>
        <p:nvPr/>
      </p:nvGrpSpPr>
      <p:grpSpPr>
        <a:xfrm>
          <a:off x="0" y="0"/>
          <a:ext cx="0" cy="0"/>
          <a:chOff x="0" y="0"/>
          <a:chExt cx="0" cy="0"/>
        </a:xfrm>
      </p:grpSpPr>
      <p:sp>
        <p:nvSpPr>
          <p:cNvPr id="49" name="Google Shape;49;p26"/>
          <p:cNvSpPr txBox="1"/>
          <p:nvPr>
            <p:ph type="title"/>
          </p:nvPr>
        </p:nvSpPr>
        <p:spPr>
          <a:xfrm>
            <a:off x="457200" y="384048"/>
            <a:ext cx="7365998"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6"/>
          <p:cNvSpPr txBox="1"/>
          <p:nvPr>
            <p:ph idx="1" type="body"/>
          </p:nvPr>
        </p:nvSpPr>
        <p:spPr>
          <a:xfrm>
            <a:off x="457199" y="1399032"/>
            <a:ext cx="73660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51" name="Google Shape;51;p26"/>
          <p:cNvSpPr txBox="1"/>
          <p:nvPr>
            <p:ph idx="2" type="body"/>
          </p:nvPr>
        </p:nvSpPr>
        <p:spPr>
          <a:xfrm>
            <a:off x="457198" y="1883664"/>
            <a:ext cx="73660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52" name="Google Shape;52;p26"/>
          <p:cNvSpPr/>
          <p:nvPr>
            <p:ph idx="3" type="pic"/>
          </p:nvPr>
        </p:nvSpPr>
        <p:spPr>
          <a:xfrm>
            <a:off x="8280400" y="0"/>
            <a:ext cx="3911600" cy="6858000"/>
          </a:xfrm>
          <a:prstGeom prst="rect">
            <a:avLst/>
          </a:prstGeom>
          <a:noFill/>
          <a:ln>
            <a:noFill/>
          </a:ln>
        </p:spPr>
      </p:sp>
    </p:spTree>
  </p:cSld>
  <p:clrMapOvr>
    <a:masterClrMapping/>
  </p:clrMapOvr>
  <p:extLst>
    <p:ext uri="{DCECCB84-F9BA-43D5-87BE-67443E8EF086}">
      <p15:sldGuideLst>
        <p15:guide id="1" orient="horz" pos="880">
          <p15:clr>
            <a:srgbClr val="FBAE40"/>
          </p15:clr>
        </p15:guide>
        <p15:guide id="2" orient="horz" pos="1184">
          <p15:clr>
            <a:srgbClr val="FBAE40"/>
          </p15:clr>
        </p15:guide>
        <p15:guide id="3" pos="4928">
          <p15:clr>
            <a:srgbClr val="FBAE40"/>
          </p15:clr>
        </p15:guide>
        <p15:guide id="4" pos="52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Color" showMasterSp="0">
  <p:cSld name="Title Slide Color">
    <p:bg>
      <p:bgPr>
        <a:solidFill>
          <a:schemeClr val="accent1"/>
        </a:solidFill>
      </p:bgPr>
    </p:bg>
    <p:spTree>
      <p:nvGrpSpPr>
        <p:cNvPr id="53" name="Shape 53"/>
        <p:cNvGrpSpPr/>
        <p:nvPr/>
      </p:nvGrpSpPr>
      <p:grpSpPr>
        <a:xfrm>
          <a:off x="0" y="0"/>
          <a:ext cx="0" cy="0"/>
          <a:chOff x="0" y="0"/>
          <a:chExt cx="0" cy="0"/>
        </a:xfrm>
      </p:grpSpPr>
      <p:sp>
        <p:nvSpPr>
          <p:cNvPr id="54" name="Google Shape;54;p27"/>
          <p:cNvSpPr txBox="1"/>
          <p:nvPr>
            <p:ph idx="1" type="body"/>
          </p:nvPr>
        </p:nvSpPr>
        <p:spPr>
          <a:xfrm>
            <a:off x="457200" y="1992768"/>
            <a:ext cx="9321800" cy="2837315"/>
          </a:xfrm>
          <a:prstGeom prst="rect">
            <a:avLst/>
          </a:prstGeom>
          <a:noFill/>
          <a:ln>
            <a:noFill/>
          </a:ln>
        </p:spPr>
        <p:txBody>
          <a:bodyPr anchorCtr="0" anchor="b" bIns="0" lIns="0" spcFirstLastPara="1" rIns="0" wrap="square" tIns="0">
            <a:spAutoFit/>
          </a:bodyPr>
          <a:lstStyle>
            <a:lvl1pPr indent="-685800" lvl="0" marL="457200" algn="l">
              <a:lnSpc>
                <a:spcPct val="85000"/>
              </a:lnSpc>
              <a:spcBef>
                <a:spcPts val="0"/>
              </a:spcBef>
              <a:spcAft>
                <a:spcPts val="0"/>
              </a:spcAft>
              <a:buClr>
                <a:schemeClr val="lt1"/>
              </a:buClr>
              <a:buSzPts val="7200"/>
              <a:buFont typeface="Arial"/>
              <a:buChar char="​"/>
              <a:defRPr b="1" sz="7200">
                <a:solidFill>
                  <a:schemeClr val="lt1"/>
                </a:solidFill>
                <a:latin typeface="Play"/>
                <a:ea typeface="Play"/>
                <a:cs typeface="Play"/>
                <a:sym typeface="Play"/>
              </a:defRPr>
            </a:lvl1pPr>
            <a:lvl2pPr indent="-355600" lvl="1" marL="914400" algn="l">
              <a:lnSpc>
                <a:spcPct val="100000"/>
              </a:lnSpc>
              <a:spcBef>
                <a:spcPts val="0"/>
              </a:spcBef>
              <a:spcAft>
                <a:spcPts val="0"/>
              </a:spcAft>
              <a:buClr>
                <a:schemeClr val="lt1"/>
              </a:buClr>
              <a:buSzPts val="2000"/>
              <a:buFont typeface="Arial"/>
              <a:buChar char="​"/>
              <a:defRPr sz="2000">
                <a:solidFill>
                  <a:schemeClr val="lt1"/>
                </a:solidFill>
              </a:defRPr>
            </a:lvl2pPr>
            <a:lvl3pPr indent="-355600" lvl="2" marL="1371600" algn="l">
              <a:lnSpc>
                <a:spcPct val="100000"/>
              </a:lnSpc>
              <a:spcBef>
                <a:spcPts val="0"/>
              </a:spcBef>
              <a:spcAft>
                <a:spcPts val="0"/>
              </a:spcAft>
              <a:buClr>
                <a:schemeClr val="lt1"/>
              </a:buClr>
              <a:buSzPts val="2000"/>
              <a:buFont typeface="Arial"/>
              <a:buChar char="​"/>
              <a:defRPr sz="2000">
                <a:solidFill>
                  <a:schemeClr val="lt1"/>
                </a:solidFill>
              </a:defRPr>
            </a:lvl3pPr>
            <a:lvl4pPr indent="-355600" lvl="3" marL="1828800" algn="l">
              <a:lnSpc>
                <a:spcPct val="100000"/>
              </a:lnSpc>
              <a:spcBef>
                <a:spcPts val="0"/>
              </a:spcBef>
              <a:spcAft>
                <a:spcPts val="0"/>
              </a:spcAft>
              <a:buClr>
                <a:schemeClr val="lt1"/>
              </a:buClr>
              <a:buSzPts val="2000"/>
              <a:buFont typeface="Arial"/>
              <a:buChar char="​"/>
              <a:defRPr sz="2000">
                <a:solidFill>
                  <a:schemeClr val="lt1"/>
                </a:solidFill>
              </a:defRPr>
            </a:lvl4pPr>
            <a:lvl5pPr indent="-355600" lvl="4" marL="2286000" algn="l">
              <a:lnSpc>
                <a:spcPct val="100000"/>
              </a:lnSpc>
              <a:spcBef>
                <a:spcPts val="0"/>
              </a:spcBef>
              <a:spcAft>
                <a:spcPts val="0"/>
              </a:spcAft>
              <a:buClr>
                <a:schemeClr val="lt1"/>
              </a:buClr>
              <a:buSzPts val="2000"/>
              <a:buFont typeface="Arial"/>
              <a:buChar char="​"/>
              <a:defRPr sz="2000">
                <a:solidFill>
                  <a:schemeClr val="lt1"/>
                </a:solidFill>
              </a:defRPr>
            </a:lvl5pPr>
            <a:lvl6pPr indent="-355600" lvl="5" marL="2743200" algn="l">
              <a:lnSpc>
                <a:spcPct val="100000"/>
              </a:lnSpc>
              <a:spcBef>
                <a:spcPts val="0"/>
              </a:spcBef>
              <a:spcAft>
                <a:spcPts val="0"/>
              </a:spcAft>
              <a:buClr>
                <a:schemeClr val="lt1"/>
              </a:buClr>
              <a:buSzPts val="2000"/>
              <a:buFont typeface="Arial"/>
              <a:buChar char="​"/>
              <a:defRPr sz="2000">
                <a:solidFill>
                  <a:schemeClr val="lt1"/>
                </a:solidFill>
              </a:defRPr>
            </a:lvl6pPr>
            <a:lvl7pPr indent="-355600" lvl="6" marL="3200400" algn="l">
              <a:lnSpc>
                <a:spcPct val="100000"/>
              </a:lnSpc>
              <a:spcBef>
                <a:spcPts val="0"/>
              </a:spcBef>
              <a:spcAft>
                <a:spcPts val="0"/>
              </a:spcAft>
              <a:buClr>
                <a:schemeClr val="lt1"/>
              </a:buClr>
              <a:buSzPts val="2000"/>
              <a:buFont typeface="Arial"/>
              <a:buChar char="​"/>
              <a:defRPr sz="2000">
                <a:solidFill>
                  <a:schemeClr val="lt1"/>
                </a:solidFill>
              </a:defRPr>
            </a:lvl7pPr>
            <a:lvl8pPr indent="-355600" lvl="7" marL="3657600" algn="l">
              <a:lnSpc>
                <a:spcPct val="100000"/>
              </a:lnSpc>
              <a:spcBef>
                <a:spcPts val="0"/>
              </a:spcBef>
              <a:spcAft>
                <a:spcPts val="0"/>
              </a:spcAft>
              <a:buClr>
                <a:schemeClr val="lt1"/>
              </a:buClr>
              <a:buSzPts val="2000"/>
              <a:buFont typeface="Arial"/>
              <a:buChar char="​"/>
              <a:defRPr sz="2000">
                <a:solidFill>
                  <a:schemeClr val="lt1"/>
                </a:solidFill>
              </a:defRPr>
            </a:lvl8pPr>
            <a:lvl9pPr indent="-355600" lvl="8" marL="4114800" algn="l">
              <a:lnSpc>
                <a:spcPct val="100000"/>
              </a:lnSpc>
              <a:spcBef>
                <a:spcPts val="0"/>
              </a:spcBef>
              <a:spcAft>
                <a:spcPts val="0"/>
              </a:spcAft>
              <a:buClr>
                <a:schemeClr val="lt1"/>
              </a:buClr>
              <a:buSzPts val="2000"/>
              <a:buFont typeface="Arial"/>
              <a:buChar char="​"/>
              <a:defRPr sz="2000">
                <a:solidFill>
                  <a:schemeClr val="lt1"/>
                </a:solidFill>
              </a:defRPr>
            </a:lvl9pPr>
          </a:lstStyle>
          <a:p/>
        </p:txBody>
      </p:sp>
      <p:sp>
        <p:nvSpPr>
          <p:cNvPr id="55" name="Google Shape;55;p27"/>
          <p:cNvSpPr txBox="1"/>
          <p:nvPr>
            <p:ph idx="2" type="body"/>
          </p:nvPr>
        </p:nvSpPr>
        <p:spPr>
          <a:xfrm>
            <a:off x="457200" y="4830084"/>
            <a:ext cx="9321800" cy="307777"/>
          </a:xfrm>
          <a:prstGeom prst="rect">
            <a:avLst/>
          </a:prstGeom>
          <a:noFill/>
          <a:ln>
            <a:noFill/>
          </a:ln>
        </p:spPr>
        <p:txBody>
          <a:bodyPr anchorCtr="0" anchor="t" bIns="0" lIns="0" spcFirstLastPara="1" rIns="0" wrap="square" tIns="0">
            <a:spAutoFit/>
          </a:bodyPr>
          <a:lstStyle>
            <a:lvl1pPr indent="-355600" lvl="0" marL="457200" algn="l">
              <a:spcBef>
                <a:spcPts val="0"/>
              </a:spcBef>
              <a:spcAft>
                <a:spcPts val="0"/>
              </a:spcAft>
              <a:buClr>
                <a:schemeClr val="lt1"/>
              </a:buClr>
              <a:buSzPts val="2000"/>
              <a:buFont typeface="Arial"/>
              <a:buChar char="​"/>
              <a:defRPr sz="2000">
                <a:solidFill>
                  <a:schemeClr val="lt1"/>
                </a:solidFill>
              </a:defRPr>
            </a:lvl1pPr>
            <a:lvl2pPr indent="-355600" lvl="1" marL="914400" algn="l">
              <a:spcBef>
                <a:spcPts val="0"/>
              </a:spcBef>
              <a:spcAft>
                <a:spcPts val="0"/>
              </a:spcAft>
              <a:buClr>
                <a:schemeClr val="lt1"/>
              </a:buClr>
              <a:buSzPts val="2000"/>
              <a:buFont typeface="Arial"/>
              <a:buChar char="​"/>
              <a:defRPr sz="2000">
                <a:solidFill>
                  <a:schemeClr val="lt1"/>
                </a:solidFill>
              </a:defRPr>
            </a:lvl2pPr>
            <a:lvl3pPr indent="-355600" lvl="2" marL="1371600" algn="l">
              <a:spcBef>
                <a:spcPts val="0"/>
              </a:spcBef>
              <a:spcAft>
                <a:spcPts val="0"/>
              </a:spcAft>
              <a:buClr>
                <a:schemeClr val="lt1"/>
              </a:buClr>
              <a:buSzPts val="2000"/>
              <a:buFont typeface="Arial"/>
              <a:buChar char="​"/>
              <a:defRPr sz="2000">
                <a:solidFill>
                  <a:schemeClr val="lt1"/>
                </a:solidFill>
              </a:defRPr>
            </a:lvl3pPr>
            <a:lvl4pPr indent="-355600" lvl="3" marL="1828800" algn="l">
              <a:spcBef>
                <a:spcPts val="0"/>
              </a:spcBef>
              <a:spcAft>
                <a:spcPts val="0"/>
              </a:spcAft>
              <a:buClr>
                <a:schemeClr val="lt1"/>
              </a:buClr>
              <a:buSzPts val="2000"/>
              <a:buFont typeface="Arial"/>
              <a:buChar char="​"/>
              <a:defRPr sz="2000">
                <a:solidFill>
                  <a:schemeClr val="lt1"/>
                </a:solidFill>
              </a:defRPr>
            </a:lvl4pPr>
            <a:lvl5pPr indent="-355600" lvl="4" marL="2286000" algn="l">
              <a:spcBef>
                <a:spcPts val="0"/>
              </a:spcBef>
              <a:spcAft>
                <a:spcPts val="0"/>
              </a:spcAft>
              <a:buClr>
                <a:schemeClr val="lt1"/>
              </a:buClr>
              <a:buSzPts val="2000"/>
              <a:buFont typeface="Arial"/>
              <a:buChar char="​"/>
              <a:defRPr sz="2000">
                <a:solidFill>
                  <a:schemeClr val="lt1"/>
                </a:solidFill>
              </a:defRPr>
            </a:lvl5pPr>
            <a:lvl6pPr indent="-355600" lvl="5" marL="2743200" algn="l">
              <a:spcBef>
                <a:spcPts val="0"/>
              </a:spcBef>
              <a:spcAft>
                <a:spcPts val="0"/>
              </a:spcAft>
              <a:buClr>
                <a:schemeClr val="lt1"/>
              </a:buClr>
              <a:buSzPts val="2000"/>
              <a:buFont typeface="Arial"/>
              <a:buChar char="​"/>
              <a:defRPr sz="2000">
                <a:solidFill>
                  <a:schemeClr val="lt1"/>
                </a:solidFill>
              </a:defRPr>
            </a:lvl6pPr>
            <a:lvl7pPr indent="-355600" lvl="6" marL="3200400" algn="l">
              <a:spcBef>
                <a:spcPts val="0"/>
              </a:spcBef>
              <a:spcAft>
                <a:spcPts val="0"/>
              </a:spcAft>
              <a:buClr>
                <a:schemeClr val="lt1"/>
              </a:buClr>
              <a:buSzPts val="2000"/>
              <a:buFont typeface="Arial"/>
              <a:buChar char="​"/>
              <a:defRPr sz="2000">
                <a:solidFill>
                  <a:schemeClr val="lt1"/>
                </a:solidFill>
              </a:defRPr>
            </a:lvl7pPr>
            <a:lvl8pPr indent="-355600" lvl="7" marL="3657600" algn="l">
              <a:spcBef>
                <a:spcPts val="0"/>
              </a:spcBef>
              <a:spcAft>
                <a:spcPts val="0"/>
              </a:spcAft>
              <a:buClr>
                <a:schemeClr val="lt1"/>
              </a:buClr>
              <a:buSzPts val="2000"/>
              <a:buFont typeface="Arial"/>
              <a:buChar char="​"/>
              <a:defRPr sz="2000">
                <a:solidFill>
                  <a:schemeClr val="lt1"/>
                </a:solidFill>
              </a:defRPr>
            </a:lvl8pPr>
            <a:lvl9pPr indent="-355600" lvl="8" marL="4114800" algn="l">
              <a:spcBef>
                <a:spcPts val="0"/>
              </a:spcBef>
              <a:spcAft>
                <a:spcPts val="0"/>
              </a:spcAft>
              <a:buClr>
                <a:schemeClr val="lt1"/>
              </a:buClr>
              <a:buSzPts val="2000"/>
              <a:buFont typeface="Arial"/>
              <a:buChar char="​"/>
              <a:defRPr sz="2000">
                <a:solidFill>
                  <a:schemeClr val="lt1"/>
                </a:solidFill>
              </a:defRPr>
            </a:lvl9pPr>
          </a:lstStyle>
          <a:p/>
        </p:txBody>
      </p:sp>
      <p:sp>
        <p:nvSpPr>
          <p:cNvPr id="56" name="Google Shape;56;p27"/>
          <p:cNvSpPr txBox="1"/>
          <p:nvPr>
            <p:ph idx="3" type="body"/>
          </p:nvPr>
        </p:nvSpPr>
        <p:spPr>
          <a:xfrm>
            <a:off x="457200" y="5754469"/>
            <a:ext cx="9321800" cy="646331"/>
          </a:xfrm>
          <a:prstGeom prst="rect">
            <a:avLst/>
          </a:prstGeom>
          <a:noFill/>
          <a:ln>
            <a:noFill/>
          </a:ln>
        </p:spPr>
        <p:txBody>
          <a:bodyPr anchorCtr="0" anchor="b" bIns="0" lIns="0" spcFirstLastPara="1" rIns="0" wrap="square" tIns="0">
            <a:spAutoFit/>
          </a:bodyPr>
          <a:lstStyle>
            <a:lvl1pPr indent="-317500" lvl="0" marL="457200" algn="l">
              <a:spcBef>
                <a:spcPts val="0"/>
              </a:spcBef>
              <a:spcAft>
                <a:spcPts val="0"/>
              </a:spcAft>
              <a:buClr>
                <a:schemeClr val="lt1"/>
              </a:buClr>
              <a:buSzPts val="1400"/>
              <a:buFont typeface="Arial"/>
              <a:buChar char="​"/>
              <a:defRPr sz="1400">
                <a:solidFill>
                  <a:schemeClr val="lt1"/>
                </a:solidFill>
              </a:defRPr>
            </a:lvl1pPr>
            <a:lvl2pPr indent="-317500" lvl="1" marL="914400" algn="l">
              <a:spcBef>
                <a:spcPts val="0"/>
              </a:spcBef>
              <a:spcAft>
                <a:spcPts val="0"/>
              </a:spcAft>
              <a:buClr>
                <a:schemeClr val="lt1"/>
              </a:buClr>
              <a:buSzPts val="1400"/>
              <a:buFont typeface="Arial"/>
              <a:buChar char="​"/>
              <a:defRPr sz="1400">
                <a:solidFill>
                  <a:schemeClr val="lt1"/>
                </a:solidFill>
              </a:defRPr>
            </a:lvl2pPr>
            <a:lvl3pPr indent="-317500" lvl="2" marL="1371600" algn="l">
              <a:spcBef>
                <a:spcPts val="0"/>
              </a:spcBef>
              <a:spcAft>
                <a:spcPts val="0"/>
              </a:spcAft>
              <a:buClr>
                <a:schemeClr val="lt1"/>
              </a:buClr>
              <a:buSzPts val="1400"/>
              <a:buFont typeface="Arial"/>
              <a:buChar char="​"/>
              <a:defRPr sz="1400">
                <a:solidFill>
                  <a:schemeClr val="lt1"/>
                </a:solidFill>
              </a:defRPr>
            </a:lvl3pPr>
            <a:lvl4pPr indent="-317500" lvl="3" marL="1828800" algn="l">
              <a:spcBef>
                <a:spcPts val="0"/>
              </a:spcBef>
              <a:spcAft>
                <a:spcPts val="0"/>
              </a:spcAft>
              <a:buClr>
                <a:schemeClr val="lt1"/>
              </a:buClr>
              <a:buSzPts val="1400"/>
              <a:buFont typeface="Arial"/>
              <a:buChar char="​"/>
              <a:defRPr sz="1400">
                <a:solidFill>
                  <a:schemeClr val="lt1"/>
                </a:solidFill>
              </a:defRPr>
            </a:lvl4pPr>
            <a:lvl5pPr indent="-317500" lvl="4" marL="2286000" algn="l">
              <a:spcBef>
                <a:spcPts val="0"/>
              </a:spcBef>
              <a:spcAft>
                <a:spcPts val="0"/>
              </a:spcAft>
              <a:buClr>
                <a:schemeClr val="lt1"/>
              </a:buClr>
              <a:buSzPts val="1400"/>
              <a:buFont typeface="Arial"/>
              <a:buChar char="​"/>
              <a:defRPr sz="1400">
                <a:solidFill>
                  <a:schemeClr val="lt1"/>
                </a:solidFill>
              </a:defRPr>
            </a:lvl5pPr>
            <a:lvl6pPr indent="-317500" lvl="5" marL="2743200" algn="l">
              <a:spcBef>
                <a:spcPts val="0"/>
              </a:spcBef>
              <a:spcAft>
                <a:spcPts val="0"/>
              </a:spcAft>
              <a:buClr>
                <a:schemeClr val="lt1"/>
              </a:buClr>
              <a:buSzPts val="1400"/>
              <a:buFont typeface="Arial"/>
              <a:buChar char="​"/>
              <a:defRPr sz="1400">
                <a:solidFill>
                  <a:schemeClr val="lt1"/>
                </a:solidFill>
              </a:defRPr>
            </a:lvl6pPr>
            <a:lvl7pPr indent="-317500" lvl="6" marL="3200400" algn="l">
              <a:spcBef>
                <a:spcPts val="0"/>
              </a:spcBef>
              <a:spcAft>
                <a:spcPts val="0"/>
              </a:spcAft>
              <a:buClr>
                <a:schemeClr val="lt1"/>
              </a:buClr>
              <a:buSzPts val="1400"/>
              <a:buFont typeface="Arial"/>
              <a:buChar char="​"/>
              <a:defRPr sz="1400">
                <a:solidFill>
                  <a:schemeClr val="lt1"/>
                </a:solidFill>
              </a:defRPr>
            </a:lvl7pPr>
            <a:lvl8pPr indent="-317500" lvl="7" marL="3657600" algn="l">
              <a:spcBef>
                <a:spcPts val="0"/>
              </a:spcBef>
              <a:spcAft>
                <a:spcPts val="0"/>
              </a:spcAft>
              <a:buClr>
                <a:schemeClr val="lt1"/>
              </a:buClr>
              <a:buSzPts val="1400"/>
              <a:buFont typeface="Arial"/>
              <a:buChar char="​"/>
              <a:defRPr sz="1400">
                <a:solidFill>
                  <a:schemeClr val="lt1"/>
                </a:solidFill>
              </a:defRPr>
            </a:lvl8pPr>
            <a:lvl9pPr indent="-317500" lvl="8" marL="4114800" algn="l">
              <a:spcBef>
                <a:spcPts val="0"/>
              </a:spcBef>
              <a:spcAft>
                <a:spcPts val="0"/>
              </a:spcAft>
              <a:buClr>
                <a:schemeClr val="lt1"/>
              </a:buClr>
              <a:buSzPts val="1400"/>
              <a:buFont typeface="Arial"/>
              <a:buChar char="​"/>
              <a:defRPr sz="14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type="twoObj">
  <p:cSld name="TWO_OBJECTS">
    <p:spTree>
      <p:nvGrpSpPr>
        <p:cNvPr id="57" name="Shape 57"/>
        <p:cNvGrpSpPr/>
        <p:nvPr/>
      </p:nvGrpSpPr>
      <p:grpSpPr>
        <a:xfrm>
          <a:off x="0" y="0"/>
          <a:ext cx="0" cy="0"/>
          <a:chOff x="0" y="0"/>
          <a:chExt cx="0" cy="0"/>
        </a:xfrm>
      </p:grpSpPr>
      <p:sp>
        <p:nvSpPr>
          <p:cNvPr id="58" name="Google Shape;58;p28"/>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8"/>
          <p:cNvSpPr txBox="1"/>
          <p:nvPr>
            <p:ph idx="1" type="body"/>
          </p:nvPr>
        </p:nvSpPr>
        <p:spPr>
          <a:xfrm>
            <a:off x="457200" y="1399032"/>
            <a:ext cx="5410200" cy="5001768"/>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60" name="Google Shape;60;p28"/>
          <p:cNvSpPr txBox="1"/>
          <p:nvPr>
            <p:ph idx="2" type="body"/>
          </p:nvPr>
        </p:nvSpPr>
        <p:spPr>
          <a:xfrm>
            <a:off x="6324600" y="1399032"/>
            <a:ext cx="5410199" cy="5001768"/>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3696">
          <p15:clr>
            <a:srgbClr val="FBAE40"/>
          </p15:clr>
        </p15:guide>
        <p15:guide id="3" pos="39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headings">
  <p:cSld name="2 headings">
    <p:spTree>
      <p:nvGrpSpPr>
        <p:cNvPr id="61" name="Shape 61"/>
        <p:cNvGrpSpPr/>
        <p:nvPr/>
      </p:nvGrpSpPr>
      <p:grpSpPr>
        <a:xfrm>
          <a:off x="0" y="0"/>
          <a:ext cx="0" cy="0"/>
          <a:chOff x="0" y="0"/>
          <a:chExt cx="0" cy="0"/>
        </a:xfrm>
      </p:grpSpPr>
      <p:sp>
        <p:nvSpPr>
          <p:cNvPr id="62" name="Google Shape;62;p29"/>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txBox="1"/>
          <p:nvPr>
            <p:ph idx="1" type="body"/>
          </p:nvPr>
        </p:nvSpPr>
        <p:spPr>
          <a:xfrm>
            <a:off x="457200" y="1399032"/>
            <a:ext cx="54102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64" name="Google Shape;64;p29"/>
          <p:cNvSpPr txBox="1"/>
          <p:nvPr>
            <p:ph idx="2" type="body"/>
          </p:nvPr>
        </p:nvSpPr>
        <p:spPr>
          <a:xfrm>
            <a:off x="6324600" y="1399032"/>
            <a:ext cx="5410199"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Tree>
  </p:cSld>
  <p:clrMapOvr>
    <a:masterClrMapping/>
  </p:clrMapOvr>
  <p:extLst>
    <p:ext uri="{DCECCB84-F9BA-43D5-87BE-67443E8EF086}">
      <p15:sldGuideLst>
        <p15:guide id="1" orient="horz" pos="880">
          <p15:clr>
            <a:srgbClr val="FBAE40"/>
          </p15:clr>
        </p15:guide>
        <p15:guide id="2" pos="3696">
          <p15:clr>
            <a:srgbClr val="FBAE40"/>
          </p15:clr>
        </p15:guide>
        <p15:guide id="3" pos="3984">
          <p15:clr>
            <a:srgbClr val="FBAE40"/>
          </p15:clr>
        </p15:guide>
        <p15:guide id="4" orient="horz" pos="11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with heading" type="twoTxTwoObj">
  <p:cSld name="TWO_OBJECTS_WITH_TEXT">
    <p:spTree>
      <p:nvGrpSpPr>
        <p:cNvPr id="65" name="Shape 65"/>
        <p:cNvGrpSpPr/>
        <p:nvPr/>
      </p:nvGrpSpPr>
      <p:grpSpPr>
        <a:xfrm>
          <a:off x="0" y="0"/>
          <a:ext cx="0" cy="0"/>
          <a:chOff x="0" y="0"/>
          <a:chExt cx="0" cy="0"/>
        </a:xfrm>
      </p:grpSpPr>
      <p:sp>
        <p:nvSpPr>
          <p:cNvPr id="66" name="Google Shape;66;p30"/>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txBox="1"/>
          <p:nvPr>
            <p:ph idx="1" type="body"/>
          </p:nvPr>
        </p:nvSpPr>
        <p:spPr>
          <a:xfrm>
            <a:off x="457200" y="1399032"/>
            <a:ext cx="54102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68" name="Google Shape;68;p30"/>
          <p:cNvSpPr txBox="1"/>
          <p:nvPr>
            <p:ph idx="2" type="body"/>
          </p:nvPr>
        </p:nvSpPr>
        <p:spPr>
          <a:xfrm>
            <a:off x="457200" y="1883664"/>
            <a:ext cx="54102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69" name="Google Shape;69;p30"/>
          <p:cNvSpPr txBox="1"/>
          <p:nvPr>
            <p:ph idx="3" type="body"/>
          </p:nvPr>
        </p:nvSpPr>
        <p:spPr>
          <a:xfrm>
            <a:off x="6324600" y="1399032"/>
            <a:ext cx="54102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70" name="Google Shape;70;p30"/>
          <p:cNvSpPr txBox="1"/>
          <p:nvPr>
            <p:ph idx="4" type="body"/>
          </p:nvPr>
        </p:nvSpPr>
        <p:spPr>
          <a:xfrm>
            <a:off x="6324600" y="1883664"/>
            <a:ext cx="54102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3696">
          <p15:clr>
            <a:srgbClr val="FBAE40"/>
          </p15:clr>
        </p15:guide>
        <p15:guide id="3" pos="3984">
          <p15:clr>
            <a:srgbClr val="FBAE40"/>
          </p15:clr>
        </p15:guide>
        <p15:guide id="4" orient="horz" pos="11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with heading">
  <p:cSld name="Title and 2 Content with heading">
    <p:spTree>
      <p:nvGrpSpPr>
        <p:cNvPr id="71" name="Shape 71"/>
        <p:cNvGrpSpPr/>
        <p:nvPr/>
      </p:nvGrpSpPr>
      <p:grpSpPr>
        <a:xfrm>
          <a:off x="0" y="0"/>
          <a:ext cx="0" cy="0"/>
          <a:chOff x="0" y="0"/>
          <a:chExt cx="0" cy="0"/>
        </a:xfrm>
      </p:grpSpPr>
      <p:sp>
        <p:nvSpPr>
          <p:cNvPr id="72" name="Google Shape;72;p31"/>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1"/>
          <p:cNvSpPr txBox="1"/>
          <p:nvPr>
            <p:ph idx="1" type="body"/>
          </p:nvPr>
        </p:nvSpPr>
        <p:spPr>
          <a:xfrm>
            <a:off x="457200" y="1399032"/>
            <a:ext cx="112776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lvl3pPr>
            <a:lvl4pPr indent="-317500" lvl="3" marL="1828800" algn="l">
              <a:spcBef>
                <a:spcPts val="0"/>
              </a:spcBef>
              <a:spcAft>
                <a:spcPts val="0"/>
              </a:spcAft>
              <a:buClr>
                <a:schemeClr val="dk1"/>
              </a:buClr>
              <a:buSzPts val="1400"/>
              <a:buFont typeface="Arial"/>
              <a:buChar char="​"/>
              <a:defRPr sz="1400"/>
            </a:lvl4pPr>
            <a:lvl5pPr indent="-317500" lvl="4" marL="2286000" algn="l">
              <a:spcBef>
                <a:spcPts val="0"/>
              </a:spcBef>
              <a:spcAft>
                <a:spcPts val="0"/>
              </a:spcAft>
              <a:buClr>
                <a:schemeClr val="dk1"/>
              </a:buClr>
              <a:buSzPts val="1400"/>
              <a:buFont typeface="Arial"/>
              <a:buChar char="​"/>
              <a:defRPr sz="1400"/>
            </a:lvl5pPr>
            <a:lvl6pPr indent="-317500" lvl="5" marL="2743200" algn="l">
              <a:spcBef>
                <a:spcPts val="0"/>
              </a:spcBef>
              <a:spcAft>
                <a:spcPts val="0"/>
              </a:spcAft>
              <a:buClr>
                <a:schemeClr val="dk1"/>
              </a:buClr>
              <a:buSzPts val="1400"/>
              <a:buFont typeface="Arial"/>
              <a:buChar char="​"/>
              <a:defRPr sz="1400"/>
            </a:lvl6pPr>
            <a:lvl7pPr indent="-317500" lvl="6" marL="3200400" algn="l">
              <a:spcBef>
                <a:spcPts val="0"/>
              </a:spcBef>
              <a:spcAft>
                <a:spcPts val="0"/>
              </a:spcAft>
              <a:buClr>
                <a:schemeClr val="dk1"/>
              </a:buClr>
              <a:buSzPts val="1400"/>
              <a:buFont typeface="Arial"/>
              <a:buChar char="​"/>
              <a:defRPr sz="1400"/>
            </a:lvl7pPr>
            <a:lvl8pPr indent="-317500" lvl="7" marL="3657600" algn="l">
              <a:spcBef>
                <a:spcPts val="0"/>
              </a:spcBef>
              <a:spcAft>
                <a:spcPts val="0"/>
              </a:spcAft>
              <a:buClr>
                <a:schemeClr val="dk1"/>
              </a:buClr>
              <a:buSzPts val="1400"/>
              <a:buFont typeface="Arial"/>
              <a:buChar char="​"/>
              <a:defRPr sz="1400"/>
            </a:lvl8pPr>
            <a:lvl9pPr indent="-317500" lvl="8" marL="4114800" algn="l">
              <a:spcBef>
                <a:spcPts val="0"/>
              </a:spcBef>
              <a:spcAft>
                <a:spcPts val="0"/>
              </a:spcAft>
              <a:buClr>
                <a:schemeClr val="dk1"/>
              </a:buClr>
              <a:buSzPts val="1400"/>
              <a:buFont typeface="Arial"/>
              <a:buChar char="​"/>
              <a:defRPr sz="1400"/>
            </a:lvl9pPr>
          </a:lstStyle>
          <a:p/>
        </p:txBody>
      </p:sp>
      <p:sp>
        <p:nvSpPr>
          <p:cNvPr id="74" name="Google Shape;74;p31"/>
          <p:cNvSpPr txBox="1"/>
          <p:nvPr>
            <p:ph idx="2" type="body"/>
          </p:nvPr>
        </p:nvSpPr>
        <p:spPr>
          <a:xfrm>
            <a:off x="457200" y="1883664"/>
            <a:ext cx="112776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5" name="Google Shape;75;p31"/>
          <p:cNvSpPr txBox="1"/>
          <p:nvPr>
            <p:ph idx="3" type="body"/>
          </p:nvPr>
        </p:nvSpPr>
        <p:spPr>
          <a:xfrm>
            <a:off x="457200" y="4005072"/>
            <a:ext cx="112776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lvl3pPr>
            <a:lvl4pPr indent="-317500" lvl="3" marL="1828800" algn="l">
              <a:spcBef>
                <a:spcPts val="0"/>
              </a:spcBef>
              <a:spcAft>
                <a:spcPts val="0"/>
              </a:spcAft>
              <a:buClr>
                <a:schemeClr val="dk1"/>
              </a:buClr>
              <a:buSzPts val="1400"/>
              <a:buFont typeface="Arial"/>
              <a:buChar char="​"/>
              <a:defRPr sz="1400"/>
            </a:lvl4pPr>
            <a:lvl5pPr indent="-317500" lvl="4" marL="2286000" algn="l">
              <a:spcBef>
                <a:spcPts val="0"/>
              </a:spcBef>
              <a:spcAft>
                <a:spcPts val="0"/>
              </a:spcAft>
              <a:buClr>
                <a:schemeClr val="dk1"/>
              </a:buClr>
              <a:buSzPts val="1400"/>
              <a:buFont typeface="Arial"/>
              <a:buChar char="​"/>
              <a:defRPr sz="1400"/>
            </a:lvl5pPr>
            <a:lvl6pPr indent="-317500" lvl="5" marL="2743200" algn="l">
              <a:spcBef>
                <a:spcPts val="0"/>
              </a:spcBef>
              <a:spcAft>
                <a:spcPts val="0"/>
              </a:spcAft>
              <a:buClr>
                <a:schemeClr val="dk1"/>
              </a:buClr>
              <a:buSzPts val="1400"/>
              <a:buFont typeface="Arial"/>
              <a:buChar char="​"/>
              <a:defRPr sz="1400"/>
            </a:lvl6pPr>
            <a:lvl7pPr indent="-317500" lvl="6" marL="3200400" algn="l">
              <a:spcBef>
                <a:spcPts val="0"/>
              </a:spcBef>
              <a:spcAft>
                <a:spcPts val="0"/>
              </a:spcAft>
              <a:buClr>
                <a:schemeClr val="dk1"/>
              </a:buClr>
              <a:buSzPts val="1400"/>
              <a:buFont typeface="Arial"/>
              <a:buChar char="​"/>
              <a:defRPr sz="1400"/>
            </a:lvl7pPr>
            <a:lvl8pPr indent="-317500" lvl="7" marL="3657600" algn="l">
              <a:spcBef>
                <a:spcPts val="0"/>
              </a:spcBef>
              <a:spcAft>
                <a:spcPts val="0"/>
              </a:spcAft>
              <a:buClr>
                <a:schemeClr val="dk1"/>
              </a:buClr>
              <a:buSzPts val="1400"/>
              <a:buFont typeface="Arial"/>
              <a:buChar char="​"/>
              <a:defRPr sz="1400"/>
            </a:lvl8pPr>
            <a:lvl9pPr indent="-317500" lvl="8" marL="4114800" algn="l">
              <a:spcBef>
                <a:spcPts val="0"/>
              </a:spcBef>
              <a:spcAft>
                <a:spcPts val="0"/>
              </a:spcAft>
              <a:buClr>
                <a:schemeClr val="dk1"/>
              </a:buClr>
              <a:buSzPts val="1400"/>
              <a:buFont typeface="Arial"/>
              <a:buChar char="​"/>
              <a:defRPr sz="1400"/>
            </a:lvl9pPr>
          </a:lstStyle>
          <a:p/>
        </p:txBody>
      </p:sp>
      <p:sp>
        <p:nvSpPr>
          <p:cNvPr id="76" name="Google Shape;76;p31"/>
          <p:cNvSpPr txBox="1"/>
          <p:nvPr>
            <p:ph idx="4" type="body"/>
          </p:nvPr>
        </p:nvSpPr>
        <p:spPr>
          <a:xfrm>
            <a:off x="457200" y="4489704"/>
            <a:ext cx="112776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2523">
          <p15:clr>
            <a:srgbClr val="FBAE40"/>
          </p15:clr>
        </p15:guide>
        <p15:guide id="2" orient="horz" pos="880">
          <p15:clr>
            <a:srgbClr val="FBAE40"/>
          </p15:clr>
        </p15:guide>
        <p15:guide id="3" orient="horz" pos="2832">
          <p15:clr>
            <a:srgbClr val="FBAE40"/>
          </p15:clr>
        </p15:guide>
        <p15:guide id="4" orient="horz" pos="11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1/3 split">
  <p:cSld name="2 columns 1/3 split">
    <p:spTree>
      <p:nvGrpSpPr>
        <p:cNvPr id="77" name="Shape 77"/>
        <p:cNvGrpSpPr/>
        <p:nvPr/>
      </p:nvGrpSpPr>
      <p:grpSpPr>
        <a:xfrm>
          <a:off x="0" y="0"/>
          <a:ext cx="0" cy="0"/>
          <a:chOff x="0" y="0"/>
          <a:chExt cx="0" cy="0"/>
        </a:xfrm>
      </p:grpSpPr>
      <p:sp>
        <p:nvSpPr>
          <p:cNvPr id="78" name="Google Shape;78;p32"/>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2"/>
          <p:cNvSpPr txBox="1"/>
          <p:nvPr>
            <p:ph idx="1" type="body"/>
          </p:nvPr>
        </p:nvSpPr>
        <p:spPr>
          <a:xfrm>
            <a:off x="457200"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80" name="Google Shape;80;p32"/>
          <p:cNvSpPr txBox="1"/>
          <p:nvPr>
            <p:ph idx="2" type="body"/>
          </p:nvPr>
        </p:nvSpPr>
        <p:spPr>
          <a:xfrm>
            <a:off x="457200" y="1883664"/>
            <a:ext cx="34544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32"/>
          <p:cNvSpPr txBox="1"/>
          <p:nvPr>
            <p:ph idx="3" type="body"/>
          </p:nvPr>
        </p:nvSpPr>
        <p:spPr>
          <a:xfrm>
            <a:off x="4368799" y="1399032"/>
            <a:ext cx="73660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82" name="Google Shape;82;p32"/>
          <p:cNvSpPr txBox="1"/>
          <p:nvPr>
            <p:ph idx="4" type="body"/>
          </p:nvPr>
        </p:nvSpPr>
        <p:spPr>
          <a:xfrm>
            <a:off x="4368799" y="1883664"/>
            <a:ext cx="73660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2464">
          <p15:clr>
            <a:srgbClr val="FBAE40"/>
          </p15:clr>
        </p15:guide>
        <p15:guide id="3" pos="2752">
          <p15:clr>
            <a:srgbClr val="FBAE40"/>
          </p15:clr>
        </p15:guide>
        <p15:guide id="4" orient="horz" pos="11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2/3 split">
  <p:cSld name="2 columns 2/3 split">
    <p:spTree>
      <p:nvGrpSpPr>
        <p:cNvPr id="83" name="Shape 83"/>
        <p:cNvGrpSpPr/>
        <p:nvPr/>
      </p:nvGrpSpPr>
      <p:grpSpPr>
        <a:xfrm>
          <a:off x="0" y="0"/>
          <a:ext cx="0" cy="0"/>
          <a:chOff x="0" y="0"/>
          <a:chExt cx="0" cy="0"/>
        </a:xfrm>
      </p:grpSpPr>
      <p:sp>
        <p:nvSpPr>
          <p:cNvPr id="84" name="Google Shape;84;p33"/>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3"/>
          <p:cNvSpPr txBox="1"/>
          <p:nvPr>
            <p:ph idx="1" type="body"/>
          </p:nvPr>
        </p:nvSpPr>
        <p:spPr>
          <a:xfrm>
            <a:off x="457199" y="1399032"/>
            <a:ext cx="73660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86" name="Google Shape;86;p33"/>
          <p:cNvSpPr txBox="1"/>
          <p:nvPr>
            <p:ph idx="2" type="body"/>
          </p:nvPr>
        </p:nvSpPr>
        <p:spPr>
          <a:xfrm>
            <a:off x="457199" y="1883664"/>
            <a:ext cx="73660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7" name="Google Shape;87;p33"/>
          <p:cNvSpPr txBox="1"/>
          <p:nvPr>
            <p:ph idx="3" type="body"/>
          </p:nvPr>
        </p:nvSpPr>
        <p:spPr>
          <a:xfrm>
            <a:off x="8280400"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88" name="Google Shape;88;p33"/>
          <p:cNvSpPr txBox="1"/>
          <p:nvPr>
            <p:ph idx="4" type="body"/>
          </p:nvPr>
        </p:nvSpPr>
        <p:spPr>
          <a:xfrm>
            <a:off x="8280400" y="1883664"/>
            <a:ext cx="34544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4928">
          <p15:clr>
            <a:srgbClr val="FBAE40"/>
          </p15:clr>
        </p15:guide>
        <p15:guide id="3" pos="5216">
          <p15:clr>
            <a:srgbClr val="FBAE40"/>
          </p15:clr>
        </p15:guide>
        <p15:guide id="4" orient="horz" pos="118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p:cSld name="3 columns">
    <p:spTree>
      <p:nvGrpSpPr>
        <p:cNvPr id="89" name="Shape 89"/>
        <p:cNvGrpSpPr/>
        <p:nvPr/>
      </p:nvGrpSpPr>
      <p:grpSpPr>
        <a:xfrm>
          <a:off x="0" y="0"/>
          <a:ext cx="0" cy="0"/>
          <a:chOff x="0" y="0"/>
          <a:chExt cx="0" cy="0"/>
        </a:xfrm>
      </p:grpSpPr>
      <p:sp>
        <p:nvSpPr>
          <p:cNvPr id="90" name="Google Shape;90;p34"/>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34"/>
          <p:cNvSpPr txBox="1"/>
          <p:nvPr>
            <p:ph idx="1" type="body"/>
          </p:nvPr>
        </p:nvSpPr>
        <p:spPr>
          <a:xfrm>
            <a:off x="457200" y="1399032"/>
            <a:ext cx="3454400" cy="5001768"/>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92" name="Google Shape;92;p34"/>
          <p:cNvSpPr txBox="1"/>
          <p:nvPr>
            <p:ph idx="2" type="body"/>
          </p:nvPr>
        </p:nvSpPr>
        <p:spPr>
          <a:xfrm>
            <a:off x="4368799" y="1399032"/>
            <a:ext cx="3454400" cy="5001768"/>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93" name="Google Shape;93;p34"/>
          <p:cNvSpPr txBox="1"/>
          <p:nvPr>
            <p:ph idx="3" type="body"/>
          </p:nvPr>
        </p:nvSpPr>
        <p:spPr>
          <a:xfrm>
            <a:off x="8280400" y="1399032"/>
            <a:ext cx="3454400" cy="5001768"/>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5216">
          <p15:clr>
            <a:srgbClr val="FBAE40"/>
          </p15:clr>
        </p15:guide>
        <p15:guide id="3" pos="2752">
          <p15:clr>
            <a:srgbClr val="FBAE40"/>
          </p15:clr>
        </p15:guide>
        <p15:guide id="4" pos="4928">
          <p15:clr>
            <a:srgbClr val="FBAE40"/>
          </p15:clr>
        </p15:guide>
        <p15:guide id="5" pos="24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headings">
  <p:cSld name="3 headings">
    <p:spTree>
      <p:nvGrpSpPr>
        <p:cNvPr id="94" name="Shape 94"/>
        <p:cNvGrpSpPr/>
        <p:nvPr/>
      </p:nvGrpSpPr>
      <p:grpSpPr>
        <a:xfrm>
          <a:off x="0" y="0"/>
          <a:ext cx="0" cy="0"/>
          <a:chOff x="0" y="0"/>
          <a:chExt cx="0" cy="0"/>
        </a:xfrm>
      </p:grpSpPr>
      <p:sp>
        <p:nvSpPr>
          <p:cNvPr id="95" name="Google Shape;95;p35"/>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35"/>
          <p:cNvSpPr txBox="1"/>
          <p:nvPr>
            <p:ph idx="1" type="body"/>
          </p:nvPr>
        </p:nvSpPr>
        <p:spPr>
          <a:xfrm>
            <a:off x="457200"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97" name="Google Shape;97;p35"/>
          <p:cNvSpPr txBox="1"/>
          <p:nvPr>
            <p:ph idx="2" type="body"/>
          </p:nvPr>
        </p:nvSpPr>
        <p:spPr>
          <a:xfrm>
            <a:off x="4368800" y="1399032"/>
            <a:ext cx="3454399"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98" name="Google Shape;98;p35"/>
          <p:cNvSpPr txBox="1"/>
          <p:nvPr>
            <p:ph idx="3" type="body"/>
          </p:nvPr>
        </p:nvSpPr>
        <p:spPr>
          <a:xfrm>
            <a:off x="8280400"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Tree>
  </p:cSld>
  <p:clrMapOvr>
    <a:masterClrMapping/>
  </p:clrMapOvr>
  <p:extLst>
    <p:ext uri="{DCECCB84-F9BA-43D5-87BE-67443E8EF086}">
      <p15:sldGuideLst>
        <p15:guide id="1" orient="horz" pos="880">
          <p15:clr>
            <a:srgbClr val="FBAE40"/>
          </p15:clr>
        </p15:guide>
        <p15:guide id="2" pos="5216">
          <p15:clr>
            <a:srgbClr val="FBAE40"/>
          </p15:clr>
        </p15:guide>
        <p15:guide id="3" pos="2752">
          <p15:clr>
            <a:srgbClr val="FBAE40"/>
          </p15:clr>
        </p15:guide>
        <p15:guide id="4" pos="4928">
          <p15:clr>
            <a:srgbClr val="FBAE40"/>
          </p15:clr>
        </p15:guide>
        <p15:guide id="5" pos="2464">
          <p15:clr>
            <a:srgbClr val="FBAE40"/>
          </p15:clr>
        </p15:guide>
        <p15:guide id="6" orient="horz" pos="118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with heading">
  <p:cSld name="3 columns with heading">
    <p:spTree>
      <p:nvGrpSpPr>
        <p:cNvPr id="99" name="Shape 99"/>
        <p:cNvGrpSpPr/>
        <p:nvPr/>
      </p:nvGrpSpPr>
      <p:grpSpPr>
        <a:xfrm>
          <a:off x="0" y="0"/>
          <a:ext cx="0" cy="0"/>
          <a:chOff x="0" y="0"/>
          <a:chExt cx="0" cy="0"/>
        </a:xfrm>
      </p:grpSpPr>
      <p:sp>
        <p:nvSpPr>
          <p:cNvPr id="100" name="Google Shape;100;p36"/>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36"/>
          <p:cNvSpPr txBox="1"/>
          <p:nvPr>
            <p:ph idx="1" type="body"/>
          </p:nvPr>
        </p:nvSpPr>
        <p:spPr>
          <a:xfrm>
            <a:off x="457200"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02" name="Google Shape;102;p36"/>
          <p:cNvSpPr txBox="1"/>
          <p:nvPr>
            <p:ph idx="2" type="body"/>
          </p:nvPr>
        </p:nvSpPr>
        <p:spPr>
          <a:xfrm>
            <a:off x="457200" y="1883664"/>
            <a:ext cx="34544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03" name="Google Shape;103;p36"/>
          <p:cNvSpPr txBox="1"/>
          <p:nvPr>
            <p:ph idx="3" type="body"/>
          </p:nvPr>
        </p:nvSpPr>
        <p:spPr>
          <a:xfrm>
            <a:off x="4368799"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04" name="Google Shape;104;p36"/>
          <p:cNvSpPr txBox="1"/>
          <p:nvPr>
            <p:ph idx="4" type="body"/>
          </p:nvPr>
        </p:nvSpPr>
        <p:spPr>
          <a:xfrm>
            <a:off x="4368799" y="1883664"/>
            <a:ext cx="34544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05" name="Google Shape;105;p36"/>
          <p:cNvSpPr txBox="1"/>
          <p:nvPr>
            <p:ph idx="5" type="body"/>
          </p:nvPr>
        </p:nvSpPr>
        <p:spPr>
          <a:xfrm>
            <a:off x="8280400"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06" name="Google Shape;106;p36"/>
          <p:cNvSpPr txBox="1"/>
          <p:nvPr>
            <p:ph idx="6" type="body"/>
          </p:nvPr>
        </p:nvSpPr>
        <p:spPr>
          <a:xfrm>
            <a:off x="8280400" y="1883664"/>
            <a:ext cx="34544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2464">
          <p15:clr>
            <a:srgbClr val="FBAE40"/>
          </p15:clr>
        </p15:guide>
        <p15:guide id="3" pos="2752">
          <p15:clr>
            <a:srgbClr val="FBAE40"/>
          </p15:clr>
        </p15:guide>
        <p15:guide id="4" pos="4928">
          <p15:clr>
            <a:srgbClr val="FBAE40"/>
          </p15:clr>
        </p15:guide>
        <p15:guide id="5" pos="5216">
          <p15:clr>
            <a:srgbClr val="FBAE40"/>
          </p15:clr>
        </p15:guide>
        <p15:guide id="6" orient="horz" pos="118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ith heading">
  <p:cSld name="4 columns with heading">
    <p:spTree>
      <p:nvGrpSpPr>
        <p:cNvPr id="107" name="Shape 107"/>
        <p:cNvGrpSpPr/>
        <p:nvPr/>
      </p:nvGrpSpPr>
      <p:grpSpPr>
        <a:xfrm>
          <a:off x="0" y="0"/>
          <a:ext cx="0" cy="0"/>
          <a:chOff x="0" y="0"/>
          <a:chExt cx="0" cy="0"/>
        </a:xfrm>
      </p:grpSpPr>
      <p:sp>
        <p:nvSpPr>
          <p:cNvPr id="108" name="Google Shape;108;p37"/>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37"/>
          <p:cNvSpPr txBox="1"/>
          <p:nvPr>
            <p:ph idx="1" type="body"/>
          </p:nvPr>
        </p:nvSpPr>
        <p:spPr>
          <a:xfrm>
            <a:off x="457199" y="1399032"/>
            <a:ext cx="24765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10" name="Google Shape;110;p37"/>
          <p:cNvSpPr txBox="1"/>
          <p:nvPr>
            <p:ph idx="2" type="body"/>
          </p:nvPr>
        </p:nvSpPr>
        <p:spPr>
          <a:xfrm>
            <a:off x="457199" y="1883664"/>
            <a:ext cx="24765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11" name="Google Shape;111;p37"/>
          <p:cNvSpPr txBox="1"/>
          <p:nvPr>
            <p:ph idx="3" type="body"/>
          </p:nvPr>
        </p:nvSpPr>
        <p:spPr>
          <a:xfrm>
            <a:off x="3390900" y="1399032"/>
            <a:ext cx="24765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12" name="Google Shape;112;p37"/>
          <p:cNvSpPr txBox="1"/>
          <p:nvPr>
            <p:ph idx="4" type="body"/>
          </p:nvPr>
        </p:nvSpPr>
        <p:spPr>
          <a:xfrm>
            <a:off x="3390900" y="1883664"/>
            <a:ext cx="24765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13" name="Google Shape;113;p37"/>
          <p:cNvSpPr txBox="1"/>
          <p:nvPr>
            <p:ph idx="5" type="body"/>
          </p:nvPr>
        </p:nvSpPr>
        <p:spPr>
          <a:xfrm>
            <a:off x="6324600" y="1399032"/>
            <a:ext cx="24765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14" name="Google Shape;114;p37"/>
          <p:cNvSpPr txBox="1"/>
          <p:nvPr>
            <p:ph idx="6" type="body"/>
          </p:nvPr>
        </p:nvSpPr>
        <p:spPr>
          <a:xfrm>
            <a:off x="6324600" y="1883664"/>
            <a:ext cx="24765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15" name="Google Shape;115;p37"/>
          <p:cNvSpPr txBox="1"/>
          <p:nvPr>
            <p:ph idx="7" type="body"/>
          </p:nvPr>
        </p:nvSpPr>
        <p:spPr>
          <a:xfrm>
            <a:off x="9258300" y="1399032"/>
            <a:ext cx="24765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16" name="Google Shape;116;p37"/>
          <p:cNvSpPr txBox="1"/>
          <p:nvPr>
            <p:ph idx="8" type="body"/>
          </p:nvPr>
        </p:nvSpPr>
        <p:spPr>
          <a:xfrm>
            <a:off x="9258300" y="1883664"/>
            <a:ext cx="24765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2136">
          <p15:clr>
            <a:srgbClr val="FBAE40"/>
          </p15:clr>
        </p15:guide>
        <p15:guide id="3" pos="3696">
          <p15:clr>
            <a:srgbClr val="FBAE40"/>
          </p15:clr>
        </p15:guide>
        <p15:guide id="4" pos="1848">
          <p15:clr>
            <a:srgbClr val="FBAE40"/>
          </p15:clr>
        </p15:guide>
        <p15:guide id="5" pos="3984">
          <p15:clr>
            <a:srgbClr val="FBAE40"/>
          </p15:clr>
        </p15:guide>
        <p15:guide id="6" pos="5544">
          <p15:clr>
            <a:srgbClr val="FBAE40"/>
          </p15:clr>
        </p15:guide>
        <p15:guide id="7" pos="5832">
          <p15:clr>
            <a:srgbClr val="FBAE40"/>
          </p15:clr>
        </p15:guide>
        <p15:guide id="8" orient="horz" pos="118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lumns with heading">
  <p:cSld name="5 columns with heading">
    <p:spTree>
      <p:nvGrpSpPr>
        <p:cNvPr id="117" name="Shape 117"/>
        <p:cNvGrpSpPr/>
        <p:nvPr/>
      </p:nvGrpSpPr>
      <p:grpSpPr>
        <a:xfrm>
          <a:off x="0" y="0"/>
          <a:ext cx="0" cy="0"/>
          <a:chOff x="0" y="0"/>
          <a:chExt cx="0" cy="0"/>
        </a:xfrm>
      </p:grpSpPr>
      <p:sp>
        <p:nvSpPr>
          <p:cNvPr id="118" name="Google Shape;118;p38"/>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38"/>
          <p:cNvSpPr txBox="1"/>
          <p:nvPr>
            <p:ph idx="1" type="body"/>
          </p:nvPr>
        </p:nvSpPr>
        <p:spPr>
          <a:xfrm>
            <a:off x="457200" y="1399032"/>
            <a:ext cx="18923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20" name="Google Shape;120;p38"/>
          <p:cNvSpPr txBox="1"/>
          <p:nvPr>
            <p:ph idx="2" type="body"/>
          </p:nvPr>
        </p:nvSpPr>
        <p:spPr>
          <a:xfrm>
            <a:off x="457200" y="1883664"/>
            <a:ext cx="18923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21" name="Google Shape;121;p38"/>
          <p:cNvSpPr txBox="1"/>
          <p:nvPr>
            <p:ph idx="3" type="body"/>
          </p:nvPr>
        </p:nvSpPr>
        <p:spPr>
          <a:xfrm>
            <a:off x="2806700" y="1399032"/>
            <a:ext cx="18923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22" name="Google Shape;122;p38"/>
          <p:cNvSpPr txBox="1"/>
          <p:nvPr>
            <p:ph idx="4" type="body"/>
          </p:nvPr>
        </p:nvSpPr>
        <p:spPr>
          <a:xfrm>
            <a:off x="2806700" y="1883664"/>
            <a:ext cx="18923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23" name="Google Shape;123;p38"/>
          <p:cNvSpPr txBox="1"/>
          <p:nvPr>
            <p:ph idx="5" type="body"/>
          </p:nvPr>
        </p:nvSpPr>
        <p:spPr>
          <a:xfrm>
            <a:off x="5156200" y="1399032"/>
            <a:ext cx="18796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24" name="Google Shape;124;p38"/>
          <p:cNvSpPr txBox="1"/>
          <p:nvPr>
            <p:ph idx="6" type="body"/>
          </p:nvPr>
        </p:nvSpPr>
        <p:spPr>
          <a:xfrm>
            <a:off x="5156200" y="1883664"/>
            <a:ext cx="18796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25" name="Google Shape;125;p38"/>
          <p:cNvSpPr txBox="1"/>
          <p:nvPr>
            <p:ph idx="7" type="body"/>
          </p:nvPr>
        </p:nvSpPr>
        <p:spPr>
          <a:xfrm>
            <a:off x="7493000" y="1399032"/>
            <a:ext cx="18923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26" name="Google Shape;126;p38"/>
          <p:cNvSpPr txBox="1"/>
          <p:nvPr>
            <p:ph idx="8" type="body"/>
          </p:nvPr>
        </p:nvSpPr>
        <p:spPr>
          <a:xfrm>
            <a:off x="7493000" y="1883664"/>
            <a:ext cx="18923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27" name="Google Shape;127;p38"/>
          <p:cNvSpPr txBox="1"/>
          <p:nvPr>
            <p:ph idx="9" type="body"/>
          </p:nvPr>
        </p:nvSpPr>
        <p:spPr>
          <a:xfrm>
            <a:off x="9842500" y="1399032"/>
            <a:ext cx="18923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28" name="Google Shape;128;p38"/>
          <p:cNvSpPr txBox="1"/>
          <p:nvPr>
            <p:ph idx="13" type="body"/>
          </p:nvPr>
        </p:nvSpPr>
        <p:spPr>
          <a:xfrm>
            <a:off x="9842500" y="1883664"/>
            <a:ext cx="1892300" cy="451713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1480">
          <p15:clr>
            <a:srgbClr val="FBAE40"/>
          </p15:clr>
        </p15:guide>
        <p15:guide id="3" pos="1768">
          <p15:clr>
            <a:srgbClr val="FBAE40"/>
          </p15:clr>
        </p15:guide>
        <p15:guide id="4" pos="2960">
          <p15:clr>
            <a:srgbClr val="FBAE40"/>
          </p15:clr>
        </p15:guide>
        <p15:guide id="5" pos="3248">
          <p15:clr>
            <a:srgbClr val="FBAE40"/>
          </p15:clr>
        </p15:guide>
        <p15:guide id="6" pos="4432">
          <p15:clr>
            <a:srgbClr val="FBAE40"/>
          </p15:clr>
        </p15:guide>
        <p15:guide id="7" pos="4720">
          <p15:clr>
            <a:srgbClr val="FBAE40"/>
          </p15:clr>
        </p15:guide>
        <p15:guide id="8" pos="5912">
          <p15:clr>
            <a:srgbClr val="FBAE40"/>
          </p15:clr>
        </p15:guide>
        <p15:guide id="9" pos="6200">
          <p15:clr>
            <a:srgbClr val="FBAE40"/>
          </p15:clr>
        </p15:guide>
        <p15:guide id="10" orient="horz" pos="118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extboxes with heading">
  <p:cSld name="4 textboxes with heading">
    <p:spTree>
      <p:nvGrpSpPr>
        <p:cNvPr id="129" name="Shape 129"/>
        <p:cNvGrpSpPr/>
        <p:nvPr/>
      </p:nvGrpSpPr>
      <p:grpSpPr>
        <a:xfrm>
          <a:off x="0" y="0"/>
          <a:ext cx="0" cy="0"/>
          <a:chOff x="0" y="0"/>
          <a:chExt cx="0" cy="0"/>
        </a:xfrm>
      </p:grpSpPr>
      <p:sp>
        <p:nvSpPr>
          <p:cNvPr id="130" name="Google Shape;130;p39"/>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9"/>
          <p:cNvSpPr txBox="1"/>
          <p:nvPr>
            <p:ph idx="1" type="body"/>
          </p:nvPr>
        </p:nvSpPr>
        <p:spPr>
          <a:xfrm>
            <a:off x="457200" y="1399032"/>
            <a:ext cx="54102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32" name="Google Shape;132;p39"/>
          <p:cNvSpPr txBox="1"/>
          <p:nvPr>
            <p:ph idx="2" type="body"/>
          </p:nvPr>
        </p:nvSpPr>
        <p:spPr>
          <a:xfrm>
            <a:off x="457200" y="1883664"/>
            <a:ext cx="54102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33" name="Google Shape;133;p39"/>
          <p:cNvSpPr txBox="1"/>
          <p:nvPr>
            <p:ph idx="3" type="body"/>
          </p:nvPr>
        </p:nvSpPr>
        <p:spPr>
          <a:xfrm>
            <a:off x="6324600" y="1399032"/>
            <a:ext cx="5410199"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34" name="Google Shape;134;p39"/>
          <p:cNvSpPr txBox="1"/>
          <p:nvPr>
            <p:ph idx="4" type="body"/>
          </p:nvPr>
        </p:nvSpPr>
        <p:spPr>
          <a:xfrm>
            <a:off x="6324600" y="1883664"/>
            <a:ext cx="5410199"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35" name="Google Shape;135;p39"/>
          <p:cNvSpPr txBox="1"/>
          <p:nvPr>
            <p:ph idx="5" type="body"/>
          </p:nvPr>
        </p:nvSpPr>
        <p:spPr>
          <a:xfrm>
            <a:off x="457200" y="4005072"/>
            <a:ext cx="54102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36" name="Google Shape;136;p39"/>
          <p:cNvSpPr txBox="1"/>
          <p:nvPr>
            <p:ph idx="6" type="body"/>
          </p:nvPr>
        </p:nvSpPr>
        <p:spPr>
          <a:xfrm>
            <a:off x="457200" y="4489704"/>
            <a:ext cx="54102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37" name="Google Shape;137;p39"/>
          <p:cNvSpPr txBox="1"/>
          <p:nvPr>
            <p:ph idx="7" type="body"/>
          </p:nvPr>
        </p:nvSpPr>
        <p:spPr>
          <a:xfrm>
            <a:off x="6324600" y="4005072"/>
            <a:ext cx="5410199"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38" name="Google Shape;138;p39"/>
          <p:cNvSpPr txBox="1"/>
          <p:nvPr>
            <p:ph idx="8" type="body"/>
          </p:nvPr>
        </p:nvSpPr>
        <p:spPr>
          <a:xfrm>
            <a:off x="6324600" y="4489704"/>
            <a:ext cx="5410199"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orient="horz" pos="880">
          <p15:clr>
            <a:srgbClr val="FBAE40"/>
          </p15:clr>
        </p15:guide>
        <p15:guide id="2" pos="3984">
          <p15:clr>
            <a:srgbClr val="FBAE40"/>
          </p15:clr>
        </p15:guide>
        <p15:guide id="3" pos="3696">
          <p15:clr>
            <a:srgbClr val="FBAE40"/>
          </p15:clr>
        </p15:guide>
        <p15:guide id="4" orient="horz" pos="1184">
          <p15:clr>
            <a:srgbClr val="FBAE40"/>
          </p15:clr>
        </p15:guide>
        <p15:guide id="5" orient="horz" pos="2832">
          <p15:clr>
            <a:srgbClr val="FBAE40"/>
          </p15:clr>
        </p15:guide>
        <p15:guide id="6" orient="horz" pos="25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extboxes with heading">
  <p:cSld name="6 textboxes with heading">
    <p:spTree>
      <p:nvGrpSpPr>
        <p:cNvPr id="139" name="Shape 139"/>
        <p:cNvGrpSpPr/>
        <p:nvPr/>
      </p:nvGrpSpPr>
      <p:grpSpPr>
        <a:xfrm>
          <a:off x="0" y="0"/>
          <a:ext cx="0" cy="0"/>
          <a:chOff x="0" y="0"/>
          <a:chExt cx="0" cy="0"/>
        </a:xfrm>
      </p:grpSpPr>
      <p:sp>
        <p:nvSpPr>
          <p:cNvPr id="140" name="Google Shape;140;p40"/>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40"/>
          <p:cNvSpPr txBox="1"/>
          <p:nvPr>
            <p:ph idx="1" type="body"/>
          </p:nvPr>
        </p:nvSpPr>
        <p:spPr>
          <a:xfrm>
            <a:off x="457200"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42" name="Google Shape;142;p40"/>
          <p:cNvSpPr txBox="1"/>
          <p:nvPr>
            <p:ph idx="2" type="body"/>
          </p:nvPr>
        </p:nvSpPr>
        <p:spPr>
          <a:xfrm>
            <a:off x="457200" y="1883664"/>
            <a:ext cx="34544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43" name="Google Shape;143;p40"/>
          <p:cNvSpPr txBox="1"/>
          <p:nvPr>
            <p:ph idx="3" type="body"/>
          </p:nvPr>
        </p:nvSpPr>
        <p:spPr>
          <a:xfrm>
            <a:off x="4368799"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44" name="Google Shape;144;p40"/>
          <p:cNvSpPr txBox="1"/>
          <p:nvPr>
            <p:ph idx="4" type="body"/>
          </p:nvPr>
        </p:nvSpPr>
        <p:spPr>
          <a:xfrm>
            <a:off x="4368799" y="1883664"/>
            <a:ext cx="34544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45" name="Google Shape;145;p40"/>
          <p:cNvSpPr txBox="1"/>
          <p:nvPr>
            <p:ph idx="5" type="body"/>
          </p:nvPr>
        </p:nvSpPr>
        <p:spPr>
          <a:xfrm>
            <a:off x="8280400" y="139903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46" name="Google Shape;146;p40"/>
          <p:cNvSpPr txBox="1"/>
          <p:nvPr>
            <p:ph idx="6" type="body"/>
          </p:nvPr>
        </p:nvSpPr>
        <p:spPr>
          <a:xfrm>
            <a:off x="8280400" y="1883664"/>
            <a:ext cx="34544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47" name="Google Shape;147;p40"/>
          <p:cNvSpPr txBox="1"/>
          <p:nvPr>
            <p:ph idx="7" type="body"/>
          </p:nvPr>
        </p:nvSpPr>
        <p:spPr>
          <a:xfrm>
            <a:off x="457200" y="400507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48" name="Google Shape;148;p40"/>
          <p:cNvSpPr txBox="1"/>
          <p:nvPr>
            <p:ph idx="8" type="body"/>
          </p:nvPr>
        </p:nvSpPr>
        <p:spPr>
          <a:xfrm>
            <a:off x="457200" y="4489704"/>
            <a:ext cx="34544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49" name="Google Shape;149;p40"/>
          <p:cNvSpPr txBox="1"/>
          <p:nvPr>
            <p:ph idx="9" type="body"/>
          </p:nvPr>
        </p:nvSpPr>
        <p:spPr>
          <a:xfrm>
            <a:off x="4368799" y="400507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50" name="Google Shape;150;p40"/>
          <p:cNvSpPr txBox="1"/>
          <p:nvPr>
            <p:ph idx="13" type="body"/>
          </p:nvPr>
        </p:nvSpPr>
        <p:spPr>
          <a:xfrm>
            <a:off x="4368799" y="4489704"/>
            <a:ext cx="34544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51" name="Google Shape;151;p40"/>
          <p:cNvSpPr txBox="1"/>
          <p:nvPr>
            <p:ph idx="14" type="body"/>
          </p:nvPr>
        </p:nvSpPr>
        <p:spPr>
          <a:xfrm>
            <a:off x="8280400" y="4005072"/>
            <a:ext cx="3454400" cy="429768"/>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52" name="Google Shape;152;p40"/>
          <p:cNvSpPr txBox="1"/>
          <p:nvPr>
            <p:ph idx="15" type="body"/>
          </p:nvPr>
        </p:nvSpPr>
        <p:spPr>
          <a:xfrm>
            <a:off x="8280400" y="4489704"/>
            <a:ext cx="3454400" cy="1911096"/>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pos="2752">
          <p15:clr>
            <a:srgbClr val="FBAE40"/>
          </p15:clr>
        </p15:guide>
        <p15:guide id="2" pos="5216">
          <p15:clr>
            <a:srgbClr val="FBAE40"/>
          </p15:clr>
        </p15:guide>
        <p15:guide id="3" pos="2464">
          <p15:clr>
            <a:srgbClr val="FBAE40"/>
          </p15:clr>
        </p15:guide>
        <p15:guide id="4" pos="4928">
          <p15:clr>
            <a:srgbClr val="FBAE40"/>
          </p15:clr>
        </p15:guide>
        <p15:guide id="5" orient="horz" pos="2520">
          <p15:clr>
            <a:srgbClr val="FBAE40"/>
          </p15:clr>
        </p15:guide>
        <p15:guide id="6" orient="horz" pos="880">
          <p15:clr>
            <a:srgbClr val="FBAE40"/>
          </p15:clr>
        </p15:guide>
        <p15:guide id="7" orient="horz" pos="1184">
          <p15:clr>
            <a:srgbClr val="FBAE40"/>
          </p15:clr>
        </p15:guide>
        <p15:guide id="8" orient="horz" pos="283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V - bio with photo">
  <p:cSld name="CV - bio with photo">
    <p:spTree>
      <p:nvGrpSpPr>
        <p:cNvPr id="153" name="Shape 153"/>
        <p:cNvGrpSpPr/>
        <p:nvPr/>
      </p:nvGrpSpPr>
      <p:grpSpPr>
        <a:xfrm>
          <a:off x="0" y="0"/>
          <a:ext cx="0" cy="0"/>
          <a:chOff x="0" y="0"/>
          <a:chExt cx="0" cy="0"/>
        </a:xfrm>
      </p:grpSpPr>
      <p:cxnSp>
        <p:nvCxnSpPr>
          <p:cNvPr id="154" name="Google Shape;154;p41"/>
          <p:cNvCxnSpPr/>
          <p:nvPr/>
        </p:nvCxnSpPr>
        <p:spPr>
          <a:xfrm>
            <a:off x="3911600" y="0"/>
            <a:ext cx="0" cy="6858000"/>
          </a:xfrm>
          <a:prstGeom prst="straightConnector1">
            <a:avLst/>
          </a:prstGeom>
          <a:noFill/>
          <a:ln cap="flat" cmpd="sng" w="19050">
            <a:solidFill>
              <a:schemeClr val="dk2"/>
            </a:solidFill>
            <a:prstDash val="solid"/>
            <a:round/>
            <a:headEnd len="sm" w="sm" type="none"/>
            <a:tailEnd len="sm" w="sm" type="none"/>
          </a:ln>
        </p:spPr>
      </p:cxnSp>
      <p:sp>
        <p:nvSpPr>
          <p:cNvPr id="155" name="Google Shape;155;p41"/>
          <p:cNvSpPr txBox="1"/>
          <p:nvPr>
            <p:ph type="title"/>
          </p:nvPr>
        </p:nvSpPr>
        <p:spPr>
          <a:xfrm>
            <a:off x="457200" y="4114800"/>
            <a:ext cx="2997200" cy="734155"/>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41"/>
          <p:cNvSpPr txBox="1"/>
          <p:nvPr>
            <p:ph idx="1" type="body"/>
          </p:nvPr>
        </p:nvSpPr>
        <p:spPr>
          <a:xfrm>
            <a:off x="457200" y="4848955"/>
            <a:ext cx="2997200" cy="429768"/>
          </a:xfrm>
          <a:prstGeom prst="rect">
            <a:avLst/>
          </a:prstGeom>
          <a:noFill/>
          <a:ln>
            <a:noFill/>
          </a:ln>
        </p:spPr>
        <p:txBody>
          <a:bodyPr anchorCtr="0" anchor="t" bIns="0" lIns="0" spcFirstLastPara="1" rIns="0" wrap="square" tIns="0">
            <a:noAutofit/>
          </a:bodyPr>
          <a:lstStyle>
            <a:lvl1pPr indent="-317500" lvl="0" marL="457200" algn="ctr">
              <a:spcBef>
                <a:spcPts val="0"/>
              </a:spcBef>
              <a:spcAft>
                <a:spcPts val="0"/>
              </a:spcAft>
              <a:buClr>
                <a:schemeClr val="dk1"/>
              </a:buClr>
              <a:buSzPts val="1400"/>
              <a:buFont typeface="Arial"/>
              <a:buChar char="​"/>
              <a:defRPr b="0" sz="1400">
                <a:solidFill>
                  <a:schemeClr val="dk1"/>
                </a:solidFill>
              </a:defRPr>
            </a:lvl1pPr>
            <a:lvl2pPr indent="-317500" lvl="1" marL="914400" algn="ctr">
              <a:spcBef>
                <a:spcPts val="0"/>
              </a:spcBef>
              <a:spcAft>
                <a:spcPts val="0"/>
              </a:spcAft>
              <a:buClr>
                <a:schemeClr val="dk1"/>
              </a:buClr>
              <a:buSzPts val="1400"/>
              <a:buFont typeface="Arial"/>
              <a:buChar char="​"/>
              <a:defRPr sz="1400">
                <a:solidFill>
                  <a:schemeClr val="dk1"/>
                </a:solidFill>
              </a:defRPr>
            </a:lvl2pPr>
            <a:lvl3pPr indent="-317500" lvl="2" marL="1371600" algn="ctr">
              <a:spcBef>
                <a:spcPts val="0"/>
              </a:spcBef>
              <a:spcAft>
                <a:spcPts val="0"/>
              </a:spcAft>
              <a:buClr>
                <a:schemeClr val="dk1"/>
              </a:buClr>
              <a:buSzPts val="1400"/>
              <a:buFont typeface="Arial"/>
              <a:buChar char="​"/>
              <a:defRPr sz="1400">
                <a:solidFill>
                  <a:schemeClr val="dk1"/>
                </a:solidFill>
              </a:defRPr>
            </a:lvl3pPr>
            <a:lvl4pPr indent="-317500" lvl="3" marL="1828800" algn="ctr">
              <a:spcBef>
                <a:spcPts val="0"/>
              </a:spcBef>
              <a:spcAft>
                <a:spcPts val="0"/>
              </a:spcAft>
              <a:buClr>
                <a:schemeClr val="dk1"/>
              </a:buClr>
              <a:buSzPts val="1400"/>
              <a:buFont typeface="Arial"/>
              <a:buChar char="​"/>
              <a:defRPr sz="1400">
                <a:solidFill>
                  <a:schemeClr val="dk1"/>
                </a:solidFill>
              </a:defRPr>
            </a:lvl4pPr>
            <a:lvl5pPr indent="-317500" lvl="4" marL="2286000" algn="ctr">
              <a:spcBef>
                <a:spcPts val="0"/>
              </a:spcBef>
              <a:spcAft>
                <a:spcPts val="0"/>
              </a:spcAft>
              <a:buClr>
                <a:schemeClr val="dk1"/>
              </a:buClr>
              <a:buSzPts val="1400"/>
              <a:buFont typeface="Arial"/>
              <a:buChar char="​"/>
              <a:defRPr sz="1400">
                <a:solidFill>
                  <a:schemeClr val="dk1"/>
                </a:solidFill>
              </a:defRPr>
            </a:lvl5pPr>
            <a:lvl6pPr indent="-317500" lvl="5" marL="2743200" algn="ctr">
              <a:spcBef>
                <a:spcPts val="0"/>
              </a:spcBef>
              <a:spcAft>
                <a:spcPts val="0"/>
              </a:spcAft>
              <a:buClr>
                <a:schemeClr val="dk1"/>
              </a:buClr>
              <a:buSzPts val="1400"/>
              <a:buFont typeface="Arial"/>
              <a:buChar char="​"/>
              <a:defRPr sz="1400">
                <a:solidFill>
                  <a:schemeClr val="dk1"/>
                </a:solidFill>
              </a:defRPr>
            </a:lvl6pPr>
            <a:lvl7pPr indent="-317500" lvl="6" marL="3200400" algn="ctr">
              <a:spcBef>
                <a:spcPts val="0"/>
              </a:spcBef>
              <a:spcAft>
                <a:spcPts val="0"/>
              </a:spcAft>
              <a:buClr>
                <a:schemeClr val="dk1"/>
              </a:buClr>
              <a:buSzPts val="1400"/>
              <a:buFont typeface="Arial"/>
              <a:buChar char="​"/>
              <a:defRPr sz="1400">
                <a:solidFill>
                  <a:schemeClr val="dk1"/>
                </a:solidFill>
              </a:defRPr>
            </a:lvl7pPr>
            <a:lvl8pPr indent="-317500" lvl="7" marL="3657600" algn="ctr">
              <a:spcBef>
                <a:spcPts val="0"/>
              </a:spcBef>
              <a:spcAft>
                <a:spcPts val="0"/>
              </a:spcAft>
              <a:buClr>
                <a:schemeClr val="dk1"/>
              </a:buClr>
              <a:buSzPts val="1400"/>
              <a:buFont typeface="Arial"/>
              <a:buChar char="​"/>
              <a:defRPr sz="1400">
                <a:solidFill>
                  <a:schemeClr val="dk1"/>
                </a:solidFill>
              </a:defRPr>
            </a:lvl8pPr>
            <a:lvl9pPr indent="-317500" lvl="8" marL="4114800" algn="ctr">
              <a:spcBef>
                <a:spcPts val="0"/>
              </a:spcBef>
              <a:spcAft>
                <a:spcPts val="0"/>
              </a:spcAft>
              <a:buClr>
                <a:schemeClr val="dk1"/>
              </a:buClr>
              <a:buSzPts val="1400"/>
              <a:buFont typeface="Arial"/>
              <a:buChar char="​"/>
              <a:defRPr sz="1400">
                <a:solidFill>
                  <a:schemeClr val="dk1"/>
                </a:solidFill>
              </a:defRPr>
            </a:lvl9pPr>
          </a:lstStyle>
          <a:p/>
        </p:txBody>
      </p:sp>
      <p:sp>
        <p:nvSpPr>
          <p:cNvPr id="157" name="Google Shape;157;p41"/>
          <p:cNvSpPr/>
          <p:nvPr>
            <p:ph idx="2" type="pic"/>
          </p:nvPr>
        </p:nvSpPr>
        <p:spPr>
          <a:xfrm>
            <a:off x="457200" y="786128"/>
            <a:ext cx="2997200" cy="2997200"/>
          </a:xfrm>
          <a:prstGeom prst="ellipse">
            <a:avLst/>
          </a:prstGeom>
          <a:solidFill>
            <a:srgbClr val="F0F0F0"/>
          </a:solidFill>
          <a:ln>
            <a:noFill/>
          </a:ln>
        </p:spPr>
      </p:sp>
      <p:sp>
        <p:nvSpPr>
          <p:cNvPr id="158" name="Google Shape;158;p41"/>
          <p:cNvSpPr txBox="1"/>
          <p:nvPr>
            <p:ph idx="3" type="body"/>
          </p:nvPr>
        </p:nvSpPr>
        <p:spPr>
          <a:xfrm>
            <a:off x="4368799" y="381000"/>
            <a:ext cx="7366000" cy="6019800"/>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pos="217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pager credential">
  <p:cSld name="One pager credential">
    <p:spTree>
      <p:nvGrpSpPr>
        <p:cNvPr id="159" name="Shape 159"/>
        <p:cNvGrpSpPr/>
        <p:nvPr/>
      </p:nvGrpSpPr>
      <p:grpSpPr>
        <a:xfrm>
          <a:off x="0" y="0"/>
          <a:ext cx="0" cy="0"/>
          <a:chOff x="0" y="0"/>
          <a:chExt cx="0" cy="0"/>
        </a:xfrm>
      </p:grpSpPr>
      <p:sp>
        <p:nvSpPr>
          <p:cNvPr id="160" name="Google Shape;160;p42"/>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42"/>
          <p:cNvSpPr txBox="1"/>
          <p:nvPr>
            <p:ph idx="1" type="body"/>
          </p:nvPr>
        </p:nvSpPr>
        <p:spPr>
          <a:xfrm>
            <a:off x="0" y="1399033"/>
            <a:ext cx="12192000" cy="1080135"/>
          </a:xfrm>
          <a:prstGeom prst="rect">
            <a:avLst/>
          </a:prstGeom>
          <a:solidFill>
            <a:schemeClr val="accent1"/>
          </a:solidFill>
          <a:ln>
            <a:noFill/>
          </a:ln>
        </p:spPr>
        <p:txBody>
          <a:bodyPr anchorCtr="0" anchor="ctr" bIns="45700" lIns="457200" spcFirstLastPara="1" rIns="457200" wrap="square" tIns="45700">
            <a:noAutofit/>
          </a:bodyPr>
          <a:lstStyle>
            <a:lvl1pPr indent="-355600" lvl="0" marL="457200" algn="l">
              <a:spcBef>
                <a:spcPts val="0"/>
              </a:spcBef>
              <a:spcAft>
                <a:spcPts val="0"/>
              </a:spcAft>
              <a:buClr>
                <a:schemeClr val="lt1"/>
              </a:buClr>
              <a:buSzPts val="2000"/>
              <a:buFont typeface="Arial"/>
              <a:buChar char="​"/>
              <a:defRPr sz="2000">
                <a:solidFill>
                  <a:schemeClr val="lt1"/>
                </a:solidFill>
              </a:defRPr>
            </a:lvl1pPr>
            <a:lvl2pPr indent="-355600" lvl="1" marL="914400" algn="l">
              <a:spcBef>
                <a:spcPts val="0"/>
              </a:spcBef>
              <a:spcAft>
                <a:spcPts val="0"/>
              </a:spcAft>
              <a:buClr>
                <a:schemeClr val="lt1"/>
              </a:buClr>
              <a:buSzPts val="2000"/>
              <a:buFont typeface="Arial"/>
              <a:buChar char="​"/>
              <a:defRPr sz="2000">
                <a:solidFill>
                  <a:schemeClr val="lt1"/>
                </a:solidFill>
              </a:defRPr>
            </a:lvl2pPr>
            <a:lvl3pPr indent="-355600" lvl="2" marL="1371600" algn="l">
              <a:spcBef>
                <a:spcPts val="0"/>
              </a:spcBef>
              <a:spcAft>
                <a:spcPts val="0"/>
              </a:spcAft>
              <a:buClr>
                <a:schemeClr val="lt1"/>
              </a:buClr>
              <a:buSzPts val="2000"/>
              <a:buFont typeface="Arial"/>
              <a:buChar char="​"/>
              <a:defRPr sz="2000">
                <a:solidFill>
                  <a:schemeClr val="lt1"/>
                </a:solidFill>
              </a:defRPr>
            </a:lvl3pPr>
            <a:lvl4pPr indent="-355600" lvl="3" marL="1828800" algn="l">
              <a:spcBef>
                <a:spcPts val="0"/>
              </a:spcBef>
              <a:spcAft>
                <a:spcPts val="0"/>
              </a:spcAft>
              <a:buClr>
                <a:schemeClr val="lt1"/>
              </a:buClr>
              <a:buSzPts val="2000"/>
              <a:buFont typeface="Arial"/>
              <a:buChar char="​"/>
              <a:defRPr sz="2000">
                <a:solidFill>
                  <a:schemeClr val="lt1"/>
                </a:solidFill>
              </a:defRPr>
            </a:lvl4pPr>
            <a:lvl5pPr indent="-355600" lvl="4" marL="2286000" algn="l">
              <a:spcBef>
                <a:spcPts val="0"/>
              </a:spcBef>
              <a:spcAft>
                <a:spcPts val="0"/>
              </a:spcAft>
              <a:buClr>
                <a:schemeClr val="lt1"/>
              </a:buClr>
              <a:buSzPts val="2000"/>
              <a:buFont typeface="Arial"/>
              <a:buChar char="​"/>
              <a:defRPr sz="2000">
                <a:solidFill>
                  <a:schemeClr val="lt1"/>
                </a:solidFill>
              </a:defRPr>
            </a:lvl5pPr>
            <a:lvl6pPr indent="-355600" lvl="5" marL="2743200" algn="l">
              <a:spcBef>
                <a:spcPts val="0"/>
              </a:spcBef>
              <a:spcAft>
                <a:spcPts val="0"/>
              </a:spcAft>
              <a:buClr>
                <a:schemeClr val="lt1"/>
              </a:buClr>
              <a:buSzPts val="2000"/>
              <a:buFont typeface="Arial"/>
              <a:buChar char="​"/>
              <a:defRPr sz="2000">
                <a:solidFill>
                  <a:schemeClr val="lt1"/>
                </a:solidFill>
              </a:defRPr>
            </a:lvl6pPr>
            <a:lvl7pPr indent="-355600" lvl="6" marL="3200400" algn="l">
              <a:spcBef>
                <a:spcPts val="0"/>
              </a:spcBef>
              <a:spcAft>
                <a:spcPts val="0"/>
              </a:spcAft>
              <a:buClr>
                <a:schemeClr val="lt1"/>
              </a:buClr>
              <a:buSzPts val="2000"/>
              <a:buFont typeface="Arial"/>
              <a:buChar char="​"/>
              <a:defRPr sz="2000">
                <a:solidFill>
                  <a:schemeClr val="lt1"/>
                </a:solidFill>
              </a:defRPr>
            </a:lvl7pPr>
            <a:lvl8pPr indent="-355600" lvl="7" marL="3657600" algn="l">
              <a:spcBef>
                <a:spcPts val="0"/>
              </a:spcBef>
              <a:spcAft>
                <a:spcPts val="0"/>
              </a:spcAft>
              <a:buClr>
                <a:schemeClr val="lt1"/>
              </a:buClr>
              <a:buSzPts val="2000"/>
              <a:buFont typeface="Arial"/>
              <a:buChar char="​"/>
              <a:defRPr sz="2000">
                <a:solidFill>
                  <a:schemeClr val="lt1"/>
                </a:solidFill>
              </a:defRPr>
            </a:lvl8pPr>
            <a:lvl9pPr indent="-355600" lvl="8" marL="4114800" algn="l">
              <a:spcBef>
                <a:spcPts val="0"/>
              </a:spcBef>
              <a:spcAft>
                <a:spcPts val="0"/>
              </a:spcAft>
              <a:buClr>
                <a:schemeClr val="lt1"/>
              </a:buClr>
              <a:buSzPts val="2000"/>
              <a:buFont typeface="Arial"/>
              <a:buChar char="​"/>
              <a:defRPr sz="2000">
                <a:solidFill>
                  <a:schemeClr val="lt1"/>
                </a:solidFill>
              </a:defRPr>
            </a:lvl9pPr>
          </a:lstStyle>
          <a:p/>
        </p:txBody>
      </p:sp>
      <p:sp>
        <p:nvSpPr>
          <p:cNvPr id="162" name="Google Shape;162;p42"/>
          <p:cNvSpPr txBox="1"/>
          <p:nvPr>
            <p:ph idx="2" type="body"/>
          </p:nvPr>
        </p:nvSpPr>
        <p:spPr>
          <a:xfrm>
            <a:off x="457200" y="2703194"/>
            <a:ext cx="3454400" cy="215444"/>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63" name="Google Shape;163;p42"/>
          <p:cNvSpPr txBox="1"/>
          <p:nvPr>
            <p:ph idx="3" type="body"/>
          </p:nvPr>
        </p:nvSpPr>
        <p:spPr>
          <a:xfrm>
            <a:off x="457200" y="3063236"/>
            <a:ext cx="3454400" cy="3337564"/>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64" name="Google Shape;164;p42"/>
          <p:cNvSpPr txBox="1"/>
          <p:nvPr>
            <p:ph idx="4" type="body"/>
          </p:nvPr>
        </p:nvSpPr>
        <p:spPr>
          <a:xfrm>
            <a:off x="4368799" y="2703194"/>
            <a:ext cx="3454400" cy="215444"/>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65" name="Google Shape;165;p42"/>
          <p:cNvSpPr txBox="1"/>
          <p:nvPr>
            <p:ph idx="5" type="body"/>
          </p:nvPr>
        </p:nvSpPr>
        <p:spPr>
          <a:xfrm>
            <a:off x="4368799" y="3063239"/>
            <a:ext cx="3454400" cy="3337561"/>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66" name="Google Shape;166;p42"/>
          <p:cNvSpPr txBox="1"/>
          <p:nvPr>
            <p:ph idx="6" type="body"/>
          </p:nvPr>
        </p:nvSpPr>
        <p:spPr>
          <a:xfrm>
            <a:off x="8280400" y="2703194"/>
            <a:ext cx="3454400" cy="215444"/>
          </a:xfrm>
          <a:prstGeom prst="rect">
            <a:avLst/>
          </a:prstGeom>
          <a:noFill/>
          <a:ln>
            <a:noFill/>
          </a:ln>
        </p:spPr>
        <p:txBody>
          <a:bodyPr anchorCtr="0" anchor="t" bIns="0" lIns="0" spcFirstLastPara="1" rIns="0" wrap="square" tIns="0">
            <a:noAutofit/>
          </a:bodyPr>
          <a:lstStyle>
            <a:lvl1pPr indent="-317500" lvl="0" marL="457200" algn="l">
              <a:spcBef>
                <a:spcPts val="0"/>
              </a:spcBef>
              <a:spcAft>
                <a:spcPts val="0"/>
              </a:spcAft>
              <a:buClr>
                <a:schemeClr val="dk1"/>
              </a:buClr>
              <a:buSzPts val="1400"/>
              <a:buFont typeface="Arial"/>
              <a:buChar char="​"/>
              <a:defRPr b="1" sz="1400">
                <a:solidFill>
                  <a:schemeClr val="dk1"/>
                </a:solidFill>
              </a:defRPr>
            </a:lvl1pPr>
            <a:lvl2pPr indent="-317500" lvl="1" marL="914400" algn="l">
              <a:spcBef>
                <a:spcPts val="0"/>
              </a:spcBef>
              <a:spcAft>
                <a:spcPts val="0"/>
              </a:spcAft>
              <a:buClr>
                <a:schemeClr val="dk1"/>
              </a:buClr>
              <a:buSzPts val="1400"/>
              <a:buFont typeface="Arial"/>
              <a:buChar char="​"/>
              <a:defRPr sz="1400">
                <a:solidFill>
                  <a:schemeClr val="dk1"/>
                </a:solidFill>
              </a:defRPr>
            </a:lvl2pPr>
            <a:lvl3pPr indent="-317500" lvl="2" marL="1371600" algn="l">
              <a:spcBef>
                <a:spcPts val="0"/>
              </a:spcBef>
              <a:spcAft>
                <a:spcPts val="0"/>
              </a:spcAft>
              <a:buClr>
                <a:schemeClr val="dk1"/>
              </a:buClr>
              <a:buSzPts val="1400"/>
              <a:buFont typeface="Arial"/>
              <a:buChar char="​"/>
              <a:defRPr sz="1400">
                <a:solidFill>
                  <a:schemeClr val="dk1"/>
                </a:solidFill>
              </a:defRPr>
            </a:lvl3pPr>
            <a:lvl4pPr indent="-317500" lvl="3" marL="1828800" algn="l">
              <a:spcBef>
                <a:spcPts val="0"/>
              </a:spcBef>
              <a:spcAft>
                <a:spcPts val="0"/>
              </a:spcAft>
              <a:buClr>
                <a:schemeClr val="dk1"/>
              </a:buClr>
              <a:buSzPts val="1400"/>
              <a:buFont typeface="Arial"/>
              <a:buChar char="​"/>
              <a:defRPr sz="1400">
                <a:solidFill>
                  <a:schemeClr val="dk1"/>
                </a:solidFill>
              </a:defRPr>
            </a:lvl4pPr>
            <a:lvl5pPr indent="-317500" lvl="4" marL="2286000" algn="l">
              <a:spcBef>
                <a:spcPts val="0"/>
              </a:spcBef>
              <a:spcAft>
                <a:spcPts val="0"/>
              </a:spcAft>
              <a:buClr>
                <a:schemeClr val="dk1"/>
              </a:buClr>
              <a:buSzPts val="1400"/>
              <a:buFont typeface="Arial"/>
              <a:buChar char="​"/>
              <a:defRPr sz="1400">
                <a:solidFill>
                  <a:schemeClr val="dk1"/>
                </a:solidFill>
              </a:defRPr>
            </a:lvl5pPr>
            <a:lvl6pPr indent="-317500" lvl="5" marL="2743200" algn="l">
              <a:spcBef>
                <a:spcPts val="0"/>
              </a:spcBef>
              <a:spcAft>
                <a:spcPts val="0"/>
              </a:spcAft>
              <a:buClr>
                <a:schemeClr val="dk1"/>
              </a:buClr>
              <a:buSzPts val="1400"/>
              <a:buFont typeface="Arial"/>
              <a:buChar char="​"/>
              <a:defRPr sz="1400">
                <a:solidFill>
                  <a:schemeClr val="dk1"/>
                </a:solidFill>
              </a:defRPr>
            </a:lvl6pPr>
            <a:lvl7pPr indent="-317500" lvl="6" marL="3200400" algn="l">
              <a:spcBef>
                <a:spcPts val="0"/>
              </a:spcBef>
              <a:spcAft>
                <a:spcPts val="0"/>
              </a:spcAft>
              <a:buClr>
                <a:schemeClr val="dk1"/>
              </a:buClr>
              <a:buSzPts val="1400"/>
              <a:buFont typeface="Arial"/>
              <a:buChar char="​"/>
              <a:defRPr sz="1400">
                <a:solidFill>
                  <a:schemeClr val="dk1"/>
                </a:solidFill>
              </a:defRPr>
            </a:lvl7pPr>
            <a:lvl8pPr indent="-317500" lvl="7" marL="3657600" algn="l">
              <a:spcBef>
                <a:spcPts val="0"/>
              </a:spcBef>
              <a:spcAft>
                <a:spcPts val="0"/>
              </a:spcAft>
              <a:buClr>
                <a:schemeClr val="dk1"/>
              </a:buClr>
              <a:buSzPts val="1400"/>
              <a:buFont typeface="Arial"/>
              <a:buChar char="​"/>
              <a:defRPr sz="1400">
                <a:solidFill>
                  <a:schemeClr val="dk1"/>
                </a:solidFill>
              </a:defRPr>
            </a:lvl8pPr>
            <a:lvl9pPr indent="-317500" lvl="8" marL="4114800" algn="l">
              <a:spcBef>
                <a:spcPts val="0"/>
              </a:spcBef>
              <a:spcAft>
                <a:spcPts val="0"/>
              </a:spcAft>
              <a:buClr>
                <a:schemeClr val="dk1"/>
              </a:buClr>
              <a:buSzPts val="1400"/>
              <a:buFont typeface="Arial"/>
              <a:buChar char="​"/>
              <a:defRPr sz="1400">
                <a:solidFill>
                  <a:schemeClr val="dk1"/>
                </a:solidFill>
              </a:defRPr>
            </a:lvl9pPr>
          </a:lstStyle>
          <a:p/>
        </p:txBody>
      </p:sp>
      <p:sp>
        <p:nvSpPr>
          <p:cNvPr id="167" name="Google Shape;167;p42"/>
          <p:cNvSpPr txBox="1"/>
          <p:nvPr>
            <p:ph idx="7" type="body"/>
          </p:nvPr>
        </p:nvSpPr>
        <p:spPr>
          <a:xfrm>
            <a:off x="8280400" y="3063239"/>
            <a:ext cx="3454400" cy="3337561"/>
          </a:xfrm>
          <a:prstGeom prst="rect">
            <a:avLst/>
          </a:prstGeom>
          <a:noFill/>
          <a:ln>
            <a:noFill/>
          </a:ln>
        </p:spPr>
        <p:txBody>
          <a:bodyPr anchorCtr="0" anchor="t" bIns="0" lIns="0" spcFirstLastPara="1" rIns="0" wrap="square" tIns="0">
            <a:noAutofit/>
          </a:bodyPr>
          <a:lstStyle>
            <a:lvl1pPr indent="-317500" lvl="0" marL="457200" algn="l">
              <a:spcBef>
                <a:spcPts val="600"/>
              </a:spcBef>
              <a:spcAft>
                <a:spcPts val="0"/>
              </a:spcAft>
              <a:buClr>
                <a:schemeClr val="dk1"/>
              </a:buClr>
              <a:buSzPts val="1400"/>
              <a:buChar char="•"/>
              <a:defRPr sz="1400"/>
            </a:lvl1pPr>
            <a:lvl2pPr indent="-317500" lvl="1" marL="914400" algn="l">
              <a:spcBef>
                <a:spcPts val="300"/>
              </a:spcBef>
              <a:spcAft>
                <a:spcPts val="0"/>
              </a:spcAft>
              <a:buClr>
                <a:schemeClr val="dk1"/>
              </a:buClr>
              <a:buSzPts val="1400"/>
              <a:buChar char="–"/>
              <a:defRPr sz="1400"/>
            </a:lvl2pPr>
            <a:lvl3pPr indent="-317500" lvl="2" marL="1371600" algn="l">
              <a:spcBef>
                <a:spcPts val="300"/>
              </a:spcBef>
              <a:spcAft>
                <a:spcPts val="0"/>
              </a:spcAft>
              <a:buClr>
                <a:schemeClr val="dk1"/>
              </a:buClr>
              <a:buSzPts val="1400"/>
              <a:buChar char="-"/>
              <a:defRPr sz="14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Tree>
  </p:cSld>
  <p:clrMapOvr>
    <a:masterClrMapping/>
  </p:clrMapOvr>
  <p:extLst>
    <p:ext uri="{DCECCB84-F9BA-43D5-87BE-67443E8EF086}">
      <p15:sldGuideLst>
        <p15:guide id="1" pos="2464">
          <p15:clr>
            <a:srgbClr val="FBAE40"/>
          </p15:clr>
        </p15:guide>
        <p15:guide id="2" pos="2752">
          <p15:clr>
            <a:srgbClr val="FBAE40"/>
          </p15:clr>
        </p15:guide>
        <p15:guide id="3" pos="4928">
          <p15:clr>
            <a:srgbClr val="FBAE40"/>
          </p15:clr>
        </p15:guide>
        <p15:guide id="4" pos="5216">
          <p15:clr>
            <a:srgbClr val="FBAE40"/>
          </p15:clr>
        </p15:guide>
        <p15:guide id="5" orient="horz" pos="880">
          <p15:clr>
            <a:srgbClr val="FBAE40"/>
          </p15:clr>
        </p15:guide>
        <p15:guide id="6" orient="horz" pos="1560">
          <p15:clr>
            <a:srgbClr val="FBAE40"/>
          </p15:clr>
        </p15:guide>
        <p15:guide id="7" orient="horz" pos="17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howMasterSp="0">
  <p:cSld name="Contents">
    <p:spTree>
      <p:nvGrpSpPr>
        <p:cNvPr id="168" name="Shape 168"/>
        <p:cNvGrpSpPr/>
        <p:nvPr/>
      </p:nvGrpSpPr>
      <p:grpSpPr>
        <a:xfrm>
          <a:off x="0" y="0"/>
          <a:ext cx="0" cy="0"/>
          <a:chOff x="0" y="0"/>
          <a:chExt cx="0" cy="0"/>
        </a:xfrm>
      </p:grpSpPr>
      <p:sp>
        <p:nvSpPr>
          <p:cNvPr id="169" name="Google Shape;169;p43"/>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88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identiality" showMasterSp="0">
  <p:cSld name="Confidentiality">
    <p:spTree>
      <p:nvGrpSpPr>
        <p:cNvPr id="170" name="Shape 170"/>
        <p:cNvGrpSpPr/>
        <p:nvPr/>
      </p:nvGrpSpPr>
      <p:grpSpPr>
        <a:xfrm>
          <a:off x="0" y="0"/>
          <a:ext cx="0" cy="0"/>
          <a:chOff x="0" y="0"/>
          <a:chExt cx="0" cy="0"/>
        </a:xfrm>
      </p:grpSpPr>
      <p:graphicFrame>
        <p:nvGraphicFramePr>
          <p:cNvPr id="171" name="Google Shape;171;p44"/>
          <p:cNvGraphicFramePr/>
          <p:nvPr/>
        </p:nvGraphicFramePr>
        <p:xfrm>
          <a:off x="457200" y="2598420"/>
          <a:ext cx="3000000" cy="3000000"/>
        </p:xfrm>
        <a:graphic>
          <a:graphicData uri="http://schemas.openxmlformats.org/drawingml/2006/table">
            <a:tbl>
              <a:tblPr>
                <a:noFill/>
                <a:tableStyleId>{B4AC197F-39B0-4D03-96E9-CCEEDEB63DC1}</a:tableStyleId>
              </a:tblPr>
              <a:tblGrid>
                <a:gridCol w="9321800"/>
              </a:tblGrid>
              <a:tr h="365750">
                <a:tc>
                  <a:txBody>
                    <a:bodyPr/>
                    <a:lstStyle/>
                    <a:p>
                      <a:pPr indent="0" lvl="0" marL="0" marR="0" rtl="0" algn="l">
                        <a:lnSpc>
                          <a:spcPct val="100000"/>
                        </a:lnSpc>
                        <a:spcBef>
                          <a:spcPts val="0"/>
                        </a:spcBef>
                        <a:spcAft>
                          <a:spcPts val="0"/>
                        </a:spcAft>
                        <a:buClr>
                          <a:schemeClr val="dk1"/>
                        </a:buClr>
                        <a:buSzPts val="2400"/>
                        <a:buFont typeface="Play"/>
                        <a:buNone/>
                      </a:pPr>
                      <a:r>
                        <a:rPr b="1" lang="en-GB" sz="2400" u="none" cap="none" strike="noStrike">
                          <a:solidFill>
                            <a:schemeClr val="dk1"/>
                          </a:solidFill>
                          <a:latin typeface="Play"/>
                          <a:ea typeface="Play"/>
                          <a:cs typeface="Play"/>
                          <a:sym typeface="Play"/>
                        </a:rPr>
                        <a:t>CONFIDENTIALITY</a:t>
                      </a:r>
                      <a:endParaRPr/>
                    </a:p>
                  </a:txBody>
                  <a:tcPr marT="0" marB="45725"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chemeClr val="dk1"/>
                        </a:buClr>
                        <a:buSzPts val="1200"/>
                        <a:buFont typeface="Arial"/>
                        <a:buNone/>
                      </a:pPr>
                      <a:r>
                        <a:rPr lang="en-GB" sz="1200" u="none" cap="none" strike="noStrike">
                          <a:solidFill>
                            <a:schemeClr val="dk1"/>
                          </a:solidFill>
                          <a:latin typeface="Arial"/>
                          <a:ea typeface="Arial"/>
                          <a:cs typeface="Arial"/>
                          <a:sym typeface="Arial"/>
                        </a:rPr>
                        <a:t>Our clients’ industries are extremely competitive, and the maintenance of confidentiality with respect to our clients’ plans and data is critical. Oliver Wyman rigorously applies internal confidentiality practices to protect the confidentiality of all client information.</a:t>
                      </a:r>
                      <a:br>
                        <a:rPr lang="en-GB" sz="1200" u="none" cap="none" strike="noStrike">
                          <a:solidFill>
                            <a:schemeClr val="dk1"/>
                          </a:solidFill>
                          <a:latin typeface="Arial"/>
                          <a:ea typeface="Arial"/>
                          <a:cs typeface="Arial"/>
                          <a:sym typeface="Arial"/>
                        </a:rPr>
                      </a:br>
                      <a:r>
                        <a:rPr lang="en-GB" sz="1200" u="none" cap="none" strike="noStrike">
                          <a:solidFill>
                            <a:schemeClr val="dk1"/>
                          </a:solidFill>
                          <a:latin typeface="Arial"/>
                          <a:ea typeface="Arial"/>
                          <a:cs typeface="Arial"/>
                          <a:sym typeface="Arial"/>
                        </a:rPr>
                        <a:t>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a:t>
                      </a:r>
                      <a:br>
                        <a:rPr lang="en-GB" sz="1200" u="none" cap="none" strike="noStrike">
                          <a:solidFill>
                            <a:schemeClr val="dk1"/>
                          </a:solidFill>
                          <a:latin typeface="Arial"/>
                          <a:ea typeface="Arial"/>
                          <a:cs typeface="Arial"/>
                          <a:sym typeface="Arial"/>
                        </a:rPr>
                      </a:br>
                      <a:r>
                        <a:rPr lang="en-GB" sz="1200" u="none" cap="none" strike="noStrike">
                          <a:solidFill>
                            <a:schemeClr val="dk1"/>
                          </a:solidFill>
                          <a:latin typeface="Arial"/>
                          <a:ea typeface="Arial"/>
                          <a:cs typeface="Arial"/>
                          <a:sym typeface="Arial"/>
                        </a:rPr>
                        <a:t>© Oliver Wyman</a:t>
                      </a:r>
                      <a:endParaRPr sz="1200" u="none" cap="none" strike="noStrike">
                        <a:solidFill>
                          <a:schemeClr val="dk1"/>
                        </a:solidFill>
                        <a:latin typeface="Arial"/>
                        <a:ea typeface="Arial"/>
                        <a:cs typeface="Arial"/>
                        <a:sym typeface="Arial"/>
                      </a:endParaRPr>
                    </a:p>
                  </a:txBody>
                  <a:tcPr marT="0" marB="0" marR="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cover" showMasterSp="0" type="blank">
  <p:cSld name="BLANK">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4869180" y="3194304"/>
            <a:ext cx="2453640" cy="469392"/>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174" name="Shape 17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600"/>
              <a:buFont typeface="Play"/>
              <a:buNone/>
              <a:defRPr b="1" i="0" sz="26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457200" y="1399032"/>
            <a:ext cx="11277600" cy="5001768"/>
          </a:xfrm>
          <a:prstGeom prst="rect">
            <a:avLst/>
          </a:prstGeom>
          <a:noFill/>
          <a:ln>
            <a:noFill/>
          </a:ln>
        </p:spPr>
        <p:txBody>
          <a:bodyPr anchorCtr="0" anchor="t" bIns="0" lIns="0" spcFirstLastPara="1" rIns="0" wrap="square" tIns="0">
            <a:noAutofit/>
          </a:bodyPr>
          <a:lstStyle>
            <a:lvl1pPr indent="-317500" lvl="0" marL="457200" marR="0" rtl="0" algn="l">
              <a:spcBef>
                <a:spcPts val="6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17500" lvl="2" marL="1371600" marR="0" rtl="0" algn="l">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spcBef>
                <a:spcPts val="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15"/>
          <p:cNvSpPr txBox="1"/>
          <p:nvPr/>
        </p:nvSpPr>
        <p:spPr>
          <a:xfrm>
            <a:off x="11584118" y="6552456"/>
            <a:ext cx="150682" cy="153888"/>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chemeClr val="dk1"/>
              </a:buClr>
              <a:buSzPts val="1000"/>
              <a:buFont typeface="Arial"/>
              <a:buNone/>
            </a:pPr>
            <a:fld id="{00000000-1234-1234-1234-123412341234}" type="slidenum">
              <a:rPr b="0" i="0" lang="en-GB" sz="1000" u="none" cap="none" strike="noStrike">
                <a:solidFill>
                  <a:schemeClr val="dk1"/>
                </a:solidFill>
                <a:latin typeface="Arial"/>
                <a:ea typeface="Arial"/>
                <a:cs typeface="Arial"/>
                <a:sym typeface="Arial"/>
              </a:rPr>
              <a:t>‹#›</a:t>
            </a:fld>
            <a:endParaRPr b="0" i="0" sz="10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40">
          <p15:clr>
            <a:srgbClr val="F26B43"/>
          </p15:clr>
        </p15:guide>
        <p15:guide id="2" pos="288">
          <p15:clr>
            <a:srgbClr val="F26B43"/>
          </p15:clr>
        </p15:guide>
        <p15:guide id="3" pos="7392">
          <p15:clr>
            <a:srgbClr val="F26B43"/>
          </p15:clr>
        </p15:guide>
        <p15:guide id="4" orient="horz" pos="403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
          <p:cNvSpPr txBox="1"/>
          <p:nvPr>
            <p:ph idx="1" type="body"/>
          </p:nvPr>
        </p:nvSpPr>
        <p:spPr>
          <a:xfrm>
            <a:off x="457200" y="2926228"/>
            <a:ext cx="9321800" cy="1903855"/>
          </a:xfrm>
          <a:prstGeom prst="rect">
            <a:avLst/>
          </a:prstGeom>
          <a:noFill/>
          <a:ln>
            <a:noFill/>
          </a:ln>
        </p:spPr>
        <p:txBody>
          <a:bodyPr anchorCtr="0" anchor="b" bIns="0" lIns="0" spcFirstLastPara="1" rIns="0" wrap="square" tIns="0">
            <a:spAutoFit/>
          </a:bodyPr>
          <a:lstStyle/>
          <a:p>
            <a:pPr indent="0" lvl="0" marL="0" rtl="0" algn="l">
              <a:lnSpc>
                <a:spcPct val="85000"/>
              </a:lnSpc>
              <a:spcBef>
                <a:spcPts val="0"/>
              </a:spcBef>
              <a:spcAft>
                <a:spcPts val="0"/>
              </a:spcAft>
              <a:buClr>
                <a:schemeClr val="lt1"/>
              </a:buClr>
              <a:buSzPts val="7200"/>
              <a:buFont typeface="Arial"/>
              <a:buChar char="​"/>
            </a:pPr>
            <a:r>
              <a:rPr lang="en-GB">
                <a:solidFill>
                  <a:schemeClr val="lt1"/>
                </a:solidFill>
              </a:rPr>
              <a:t>Store sales </a:t>
            </a:r>
            <a:br>
              <a:rPr lang="en-GB">
                <a:solidFill>
                  <a:schemeClr val="lt1"/>
                </a:solidFill>
              </a:rPr>
            </a:br>
            <a:r>
              <a:rPr lang="en-GB">
                <a:solidFill>
                  <a:schemeClr val="lt1"/>
                </a:solidFill>
              </a:rPr>
              <a:t>Prediction </a:t>
            </a:r>
            <a:endParaRPr/>
          </a:p>
        </p:txBody>
      </p:sp>
      <p:sp>
        <p:nvSpPr>
          <p:cNvPr id="181" name="Google Shape;181;p1"/>
          <p:cNvSpPr txBox="1"/>
          <p:nvPr>
            <p:ph idx="2" type="body"/>
          </p:nvPr>
        </p:nvSpPr>
        <p:spPr>
          <a:xfrm>
            <a:off x="457200" y="4830084"/>
            <a:ext cx="9321800" cy="30777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lt1"/>
              </a:buClr>
              <a:buSzPts val="2000"/>
              <a:buNone/>
            </a:pPr>
            <a:r>
              <a:rPr lang="en-GB">
                <a:solidFill>
                  <a:schemeClr val="lt1"/>
                </a:solidFill>
              </a:rPr>
              <a:t>Benay – Soledad – Marcelo </a:t>
            </a:r>
            <a:endParaRPr/>
          </a:p>
        </p:txBody>
      </p:sp>
      <p:sp>
        <p:nvSpPr>
          <p:cNvPr id="182" name="Google Shape;182;p1"/>
          <p:cNvSpPr txBox="1"/>
          <p:nvPr>
            <p:ph idx="3" type="body"/>
          </p:nvPr>
        </p:nvSpPr>
        <p:spPr>
          <a:xfrm>
            <a:off x="457200" y="6185356"/>
            <a:ext cx="9321800" cy="215444"/>
          </a:xfrm>
          <a:prstGeom prst="rect">
            <a:avLst/>
          </a:prstGeom>
          <a:noFill/>
          <a:ln>
            <a:noFill/>
          </a:ln>
        </p:spPr>
        <p:txBody>
          <a:bodyPr anchorCtr="0" anchor="b" bIns="0" lIns="0" spcFirstLastPara="1" rIns="0" wrap="square" tIns="0">
            <a:spAutoFit/>
          </a:bodyPr>
          <a:lstStyle/>
          <a:p>
            <a:pPr indent="0" lvl="0" marL="0" rtl="0" algn="l">
              <a:spcBef>
                <a:spcPts val="0"/>
              </a:spcBef>
              <a:spcAft>
                <a:spcPts val="0"/>
              </a:spcAft>
              <a:buClr>
                <a:schemeClr val="lt1"/>
              </a:buClr>
              <a:buSzPts val="1400"/>
              <a:buFont typeface="Arial"/>
              <a:buChar char="​"/>
            </a:pPr>
            <a:r>
              <a:rPr lang="en-GB">
                <a:solidFill>
                  <a:schemeClr val="lt1"/>
                </a:solidFill>
              </a:rPr>
              <a:t>18</a:t>
            </a:r>
            <a:r>
              <a:rPr baseline="30000" lang="en-GB">
                <a:solidFill>
                  <a:schemeClr val="lt1"/>
                </a:solidFill>
              </a:rPr>
              <a:t>th</a:t>
            </a:r>
            <a:r>
              <a:rPr lang="en-GB">
                <a:solidFill>
                  <a:schemeClr val="lt1"/>
                </a:solidFill>
              </a:rPr>
              <a:t> April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
          <p:cNvSpPr txBox="1"/>
          <p:nvPr>
            <p:ph idx="1" type="body"/>
          </p:nvPr>
        </p:nvSpPr>
        <p:spPr>
          <a:xfrm>
            <a:off x="457199" y="4426803"/>
            <a:ext cx="8348472" cy="1057725"/>
          </a:xfrm>
          <a:prstGeom prst="rect">
            <a:avLst/>
          </a:prstGeom>
          <a:noFill/>
          <a:ln>
            <a:noFill/>
          </a:ln>
        </p:spPr>
        <p:txBody>
          <a:bodyPr anchorCtr="0" anchor="t" bIns="0" lIns="0" spcFirstLastPara="1" rIns="0" wrap="square" tIns="0">
            <a:spAutoFit/>
          </a:bodyPr>
          <a:lstStyle/>
          <a:p>
            <a:pPr indent="0" lvl="0" marL="0" rtl="0" algn="l">
              <a:lnSpc>
                <a:spcPct val="85000"/>
              </a:lnSpc>
              <a:spcBef>
                <a:spcPts val="0"/>
              </a:spcBef>
              <a:spcAft>
                <a:spcPts val="0"/>
              </a:spcAft>
              <a:buClr>
                <a:schemeClr val="dk1"/>
              </a:buClr>
              <a:buSzPts val="4000"/>
              <a:buFont typeface="Arial"/>
              <a:buChar char="​"/>
            </a:pPr>
            <a:r>
              <a:rPr lang="en-GB"/>
              <a:t>Exploration and Data Analysis</a:t>
            </a:r>
            <a:endParaRPr/>
          </a:p>
          <a:p>
            <a:pPr indent="0" lvl="0" marL="0" rtl="0" algn="l">
              <a:lnSpc>
                <a:spcPct val="85000"/>
              </a:lnSpc>
              <a:spcBef>
                <a:spcPts val="0"/>
              </a:spcBef>
              <a:spcAft>
                <a:spcPts val="0"/>
              </a:spcAft>
              <a:buClr>
                <a:schemeClr val="dk1"/>
              </a:buClr>
              <a:buSzPts val="4000"/>
              <a:buFont typeface="Arial"/>
              <a:buChar char="​"/>
            </a:pPr>
            <a:r>
              <a:rPr lang="en-GB"/>
              <a:t>EDA</a:t>
            </a:r>
            <a:endParaRPr/>
          </a:p>
        </p:txBody>
      </p:sp>
      <p:sp>
        <p:nvSpPr>
          <p:cNvPr id="189" name="Google Shape;189;p2"/>
          <p:cNvSpPr txBox="1"/>
          <p:nvPr>
            <p:ph idx="2" type="body"/>
          </p:nvPr>
        </p:nvSpPr>
        <p:spPr>
          <a:xfrm>
            <a:off x="457200" y="2274838"/>
            <a:ext cx="8348472" cy="2308324"/>
          </a:xfrm>
          <a:prstGeom prst="rect">
            <a:avLst/>
          </a:prstGeom>
          <a:noFill/>
          <a:ln>
            <a:noFill/>
          </a:ln>
        </p:spPr>
        <p:txBody>
          <a:bodyPr anchorCtr="0" anchor="b" bIns="0" lIns="0" spcFirstLastPara="1" rIns="0" wrap="square" tIns="0">
            <a:spAutoFit/>
          </a:bodyPr>
          <a:lstStyle/>
          <a:p>
            <a:pPr indent="0" lvl="0" marL="0" rtl="0" algn="l">
              <a:lnSpc>
                <a:spcPct val="100000"/>
              </a:lnSpc>
              <a:spcBef>
                <a:spcPts val="0"/>
              </a:spcBef>
              <a:spcAft>
                <a:spcPts val="0"/>
              </a:spcAft>
              <a:buClr>
                <a:schemeClr val="dk1"/>
              </a:buClr>
              <a:buSzPts val="15000"/>
              <a:buFont typeface="Arial"/>
              <a:buChar char="​"/>
            </a:pPr>
            <a:r>
              <a:rPr lang="en-GB"/>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
          <p:cNvSpPr/>
          <p:nvPr/>
        </p:nvSpPr>
        <p:spPr>
          <a:xfrm>
            <a:off x="457200" y="121643"/>
            <a:ext cx="1433945" cy="200475"/>
          </a:xfrm>
          <a:prstGeom prst="rect">
            <a:avLst/>
          </a:prstGeom>
          <a:solidFill>
            <a:schemeClr val="accent2"/>
          </a:solidFill>
          <a:ln>
            <a:noFill/>
          </a:ln>
        </p:spPr>
        <p:txBody>
          <a:bodyPr anchorCtr="0" anchor="ctr" bIns="73150" lIns="73150" spcFirstLastPara="1" rIns="73150" wrap="square" tIns="73150">
            <a:noAutofit/>
          </a:bodyPr>
          <a:lstStyle/>
          <a:p>
            <a:pPr indent="0" lvl="0" marL="0" marR="0" rtl="0" algn="ctr">
              <a:spcBef>
                <a:spcPts val="0"/>
              </a:spcBef>
              <a:spcAft>
                <a:spcPts val="0"/>
              </a:spcAft>
              <a:buClr>
                <a:schemeClr val="dk1"/>
              </a:buClr>
              <a:buSzPts val="1400"/>
              <a:buFont typeface="Arial"/>
              <a:buNone/>
            </a:pPr>
            <a:r>
              <a:rPr b="1" i="0" lang="en-GB" sz="1400" u="none" cap="none" strike="noStrike">
                <a:solidFill>
                  <a:schemeClr val="dk1"/>
                </a:solidFill>
                <a:latin typeface="Arial"/>
                <a:ea typeface="Arial"/>
                <a:cs typeface="Arial"/>
                <a:sym typeface="Arial"/>
              </a:rPr>
              <a:t>EDA</a:t>
            </a:r>
            <a:endParaRPr b="0" i="0" sz="1800" u="none" cap="none" strike="noStrike">
              <a:solidFill>
                <a:schemeClr val="dk1"/>
              </a:solidFill>
              <a:latin typeface="Arial"/>
              <a:ea typeface="Arial"/>
              <a:cs typeface="Arial"/>
              <a:sym typeface="Arial"/>
            </a:endParaRPr>
          </a:p>
        </p:txBody>
      </p:sp>
      <p:sp>
        <p:nvSpPr>
          <p:cNvPr id="196" name="Google Shape;196;p3"/>
          <p:cNvSpPr txBox="1"/>
          <p:nvPr/>
        </p:nvSpPr>
        <p:spPr>
          <a:xfrm>
            <a:off x="457200" y="365760"/>
            <a:ext cx="9144000" cy="50292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1F2B3C"/>
              </a:buClr>
              <a:buSzPts val="2800"/>
              <a:buFont typeface="Calibri"/>
              <a:buNone/>
            </a:pPr>
            <a:r>
              <a:rPr b="1" i="0" lang="en-GB" sz="2800" u="none" cap="none" strike="noStrike">
                <a:solidFill>
                  <a:srgbClr val="1F2B3C"/>
                </a:solidFill>
                <a:latin typeface="Calibri"/>
                <a:ea typeface="Calibri"/>
                <a:cs typeface="Calibri"/>
                <a:sym typeface="Calibri"/>
              </a:rPr>
              <a:t>DATA SET OVERVIEW</a:t>
            </a:r>
            <a:endParaRPr b="0" i="0" sz="1800" u="none" cap="none" strike="noStrike">
              <a:solidFill>
                <a:schemeClr val="dk1"/>
              </a:solidFill>
              <a:latin typeface="Arial"/>
              <a:ea typeface="Arial"/>
              <a:cs typeface="Arial"/>
              <a:sym typeface="Arial"/>
            </a:endParaRPr>
          </a:p>
        </p:txBody>
      </p:sp>
      <p:sp>
        <p:nvSpPr>
          <p:cNvPr id="197" name="Google Shape;197;p3"/>
          <p:cNvSpPr/>
          <p:nvPr/>
        </p:nvSpPr>
        <p:spPr>
          <a:xfrm>
            <a:off x="457200" y="1371600"/>
            <a:ext cx="2606040" cy="1554480"/>
          </a:xfrm>
          <a:prstGeom prst="roundRect">
            <a:avLst>
              <a:gd fmla="val 8000" name="adj"/>
            </a:avLst>
          </a:prstGeom>
          <a:solidFill>
            <a:srgbClr val="1E3A5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FFFFFF"/>
              </a:buClr>
              <a:buSzPts val="3200"/>
              <a:buFont typeface="Calibri"/>
              <a:buNone/>
            </a:pPr>
            <a:r>
              <a:rPr b="1" i="0" lang="en-GB" sz="3200" u="none" cap="none" strike="noStrike">
                <a:solidFill>
                  <a:srgbClr val="FFFFFF"/>
                </a:solidFill>
                <a:latin typeface="Calibri"/>
                <a:ea typeface="Calibri"/>
                <a:cs typeface="Calibri"/>
                <a:sym typeface="Calibri"/>
              </a:rPr>
              <a:t>555,000</a:t>
            </a:r>
            <a:endParaRPr b="0" i="0" sz="1800" u="none" cap="none" strike="noStrike">
              <a:solidFill>
                <a:schemeClr val="dk1"/>
              </a:solidFill>
              <a:latin typeface="Arial"/>
              <a:ea typeface="Arial"/>
              <a:cs typeface="Arial"/>
              <a:sym typeface="Arial"/>
            </a:endParaRPr>
          </a:p>
          <a:p>
            <a:pPr indent="0" lvl="0" marL="0" marR="0" rtl="0" algn="ctr">
              <a:spcBef>
                <a:spcPts val="400"/>
              </a:spcBef>
              <a:spcAft>
                <a:spcPts val="0"/>
              </a:spcAft>
              <a:buClr>
                <a:srgbClr val="B8D4E3"/>
              </a:buClr>
              <a:buSzPts val="1200"/>
              <a:buFont typeface="Calibri"/>
              <a:buNone/>
            </a:pPr>
            <a:r>
              <a:rPr b="0" i="0" lang="en-GB" sz="1200" u="none" cap="none" strike="noStrike">
                <a:solidFill>
                  <a:srgbClr val="B8D4E3"/>
                </a:solidFill>
                <a:latin typeface="Calibri"/>
                <a:ea typeface="Calibri"/>
                <a:cs typeface="Calibri"/>
                <a:sym typeface="Calibri"/>
              </a:rPr>
              <a:t>Training rows</a:t>
            </a:r>
            <a:endParaRPr b="0" i="0" sz="1800" u="none" cap="none" strike="noStrike">
              <a:solidFill>
                <a:schemeClr val="dk1"/>
              </a:solidFill>
              <a:latin typeface="Arial"/>
              <a:ea typeface="Arial"/>
              <a:cs typeface="Arial"/>
              <a:sym typeface="Arial"/>
            </a:endParaRPr>
          </a:p>
        </p:txBody>
      </p:sp>
      <p:sp>
        <p:nvSpPr>
          <p:cNvPr id="198" name="Google Shape;198;p3"/>
          <p:cNvSpPr/>
          <p:nvPr/>
        </p:nvSpPr>
        <p:spPr>
          <a:xfrm>
            <a:off x="3200400" y="1371600"/>
            <a:ext cx="2606040" cy="1554480"/>
          </a:xfrm>
          <a:prstGeom prst="roundRect">
            <a:avLst>
              <a:gd fmla="val 8000" name="adj"/>
            </a:avLst>
          </a:prstGeom>
          <a:solidFill>
            <a:srgbClr val="3D6B8A"/>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FFFFFF"/>
              </a:buClr>
              <a:buSzPts val="3200"/>
              <a:buFont typeface="Calibri"/>
              <a:buNone/>
            </a:pPr>
            <a:r>
              <a:rPr b="1" i="0" lang="en-GB" sz="3200" u="none" cap="none" strike="noStrike">
                <a:solidFill>
                  <a:srgbClr val="FFFFFF"/>
                </a:solidFill>
                <a:latin typeface="Calibri"/>
                <a:ea typeface="Calibri"/>
                <a:cs typeface="Calibri"/>
                <a:sym typeface="Calibri"/>
              </a:rPr>
              <a:t>70,000</a:t>
            </a:r>
            <a:endParaRPr b="0" i="0" sz="1800" u="none" cap="none" strike="noStrike">
              <a:solidFill>
                <a:schemeClr val="dk1"/>
              </a:solidFill>
              <a:latin typeface="Arial"/>
              <a:ea typeface="Arial"/>
              <a:cs typeface="Arial"/>
              <a:sym typeface="Arial"/>
            </a:endParaRPr>
          </a:p>
          <a:p>
            <a:pPr indent="0" lvl="0" marL="0" marR="0" rtl="0" algn="ctr">
              <a:spcBef>
                <a:spcPts val="400"/>
              </a:spcBef>
              <a:spcAft>
                <a:spcPts val="0"/>
              </a:spcAft>
              <a:buClr>
                <a:srgbClr val="B8D4E3"/>
              </a:buClr>
              <a:buSzPts val="1200"/>
              <a:buFont typeface="Calibri"/>
              <a:buNone/>
            </a:pPr>
            <a:r>
              <a:rPr b="0" i="0" lang="en-GB" sz="1200" u="none" cap="none" strike="noStrike">
                <a:solidFill>
                  <a:srgbClr val="B8D4E3"/>
                </a:solidFill>
                <a:latin typeface="Calibri"/>
                <a:ea typeface="Calibri"/>
                <a:cs typeface="Calibri"/>
                <a:sym typeface="Calibri"/>
              </a:rPr>
              <a:t>Test rows (to predict)</a:t>
            </a:r>
            <a:endParaRPr b="0" i="0" sz="1800" u="none" cap="none" strike="noStrike">
              <a:solidFill>
                <a:schemeClr val="dk1"/>
              </a:solidFill>
              <a:latin typeface="Arial"/>
              <a:ea typeface="Arial"/>
              <a:cs typeface="Arial"/>
              <a:sym typeface="Arial"/>
            </a:endParaRPr>
          </a:p>
        </p:txBody>
      </p:sp>
      <p:sp>
        <p:nvSpPr>
          <p:cNvPr id="199" name="Google Shape;199;p3"/>
          <p:cNvSpPr/>
          <p:nvPr/>
        </p:nvSpPr>
        <p:spPr>
          <a:xfrm>
            <a:off x="5943600" y="1371600"/>
            <a:ext cx="2606040" cy="1554480"/>
          </a:xfrm>
          <a:prstGeom prst="roundRect">
            <a:avLst>
              <a:gd fmla="val 8000" name="adj"/>
            </a:avLst>
          </a:prstGeom>
          <a:solidFill>
            <a:srgbClr val="5FB3B3"/>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FFFFFF"/>
              </a:buClr>
              <a:buSzPts val="4400"/>
              <a:buFont typeface="Calibri"/>
              <a:buNone/>
            </a:pPr>
            <a:r>
              <a:rPr b="1" i="0" lang="en-GB" sz="4400" u="none" cap="none" strike="noStrike">
                <a:solidFill>
                  <a:srgbClr val="FFFFFF"/>
                </a:solidFill>
                <a:latin typeface="Calibri"/>
                <a:ea typeface="Calibri"/>
                <a:cs typeface="Calibri"/>
                <a:sym typeface="Calibri"/>
              </a:rPr>
              <a:t>9</a:t>
            </a:r>
            <a:endParaRPr b="0" i="0" sz="1800" u="none" cap="none" strike="noStrike">
              <a:solidFill>
                <a:schemeClr val="dk1"/>
              </a:solidFill>
              <a:latin typeface="Arial"/>
              <a:ea typeface="Arial"/>
              <a:cs typeface="Arial"/>
              <a:sym typeface="Arial"/>
            </a:endParaRPr>
          </a:p>
          <a:p>
            <a:pPr indent="0" lvl="0" marL="0" marR="0" rtl="0" algn="ctr">
              <a:spcBef>
                <a:spcPts val="400"/>
              </a:spcBef>
              <a:spcAft>
                <a:spcPts val="0"/>
              </a:spcAft>
              <a:buClr>
                <a:srgbClr val="FFFFFF"/>
              </a:buClr>
              <a:buSzPts val="1200"/>
              <a:buFont typeface="Calibri"/>
              <a:buNone/>
            </a:pPr>
            <a:r>
              <a:rPr b="0" i="0" lang="en-GB" sz="1200" u="none" cap="none" strike="noStrike">
                <a:solidFill>
                  <a:srgbClr val="FFFFFF"/>
                </a:solidFill>
                <a:latin typeface="Calibri"/>
                <a:ea typeface="Calibri"/>
                <a:cs typeface="Calibri"/>
                <a:sym typeface="Calibri"/>
              </a:rPr>
              <a:t>Input features</a:t>
            </a:r>
            <a:endParaRPr b="0" i="0" sz="1800" u="none" cap="none" strike="noStrike">
              <a:solidFill>
                <a:schemeClr val="dk1"/>
              </a:solidFill>
              <a:latin typeface="Arial"/>
              <a:ea typeface="Arial"/>
              <a:cs typeface="Arial"/>
              <a:sym typeface="Arial"/>
            </a:endParaRPr>
          </a:p>
        </p:txBody>
      </p:sp>
      <p:sp>
        <p:nvSpPr>
          <p:cNvPr id="200" name="Google Shape;200;p3"/>
          <p:cNvSpPr/>
          <p:nvPr/>
        </p:nvSpPr>
        <p:spPr>
          <a:xfrm>
            <a:off x="8686800" y="1371600"/>
            <a:ext cx="2606040" cy="1554480"/>
          </a:xfrm>
          <a:prstGeom prst="roundRect">
            <a:avLst>
              <a:gd fmla="val 8000" name="adj"/>
            </a:avLst>
          </a:prstGeom>
          <a:solidFill>
            <a:srgbClr val="B8D4E3"/>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1E3A52"/>
              </a:buClr>
              <a:buSzPts val="4400"/>
              <a:buFont typeface="Calibri"/>
              <a:buNone/>
            </a:pPr>
            <a:r>
              <a:rPr b="1" i="0" lang="en-GB" sz="4400" u="none" cap="none" strike="noStrike">
                <a:solidFill>
                  <a:srgbClr val="1E3A52"/>
                </a:solidFill>
                <a:latin typeface="Calibri"/>
                <a:ea typeface="Calibri"/>
                <a:cs typeface="Calibri"/>
                <a:sym typeface="Calibri"/>
              </a:rPr>
              <a:t>1</a:t>
            </a:r>
            <a:endParaRPr b="0" i="0" sz="1800" u="none" cap="none" strike="noStrike">
              <a:solidFill>
                <a:schemeClr val="dk1"/>
              </a:solidFill>
              <a:latin typeface="Arial"/>
              <a:ea typeface="Arial"/>
              <a:cs typeface="Arial"/>
              <a:sym typeface="Arial"/>
            </a:endParaRPr>
          </a:p>
          <a:p>
            <a:pPr indent="0" lvl="0" marL="0" marR="0" rtl="0" algn="ctr">
              <a:spcBef>
                <a:spcPts val="400"/>
              </a:spcBef>
              <a:spcAft>
                <a:spcPts val="0"/>
              </a:spcAft>
              <a:buClr>
                <a:srgbClr val="1E3A52"/>
              </a:buClr>
              <a:buSzPts val="1200"/>
              <a:buFont typeface="Calibri"/>
              <a:buNone/>
            </a:pPr>
            <a:r>
              <a:rPr b="0" i="0" lang="en-GB" sz="1200" u="none" cap="none" strike="noStrike">
                <a:solidFill>
                  <a:srgbClr val="1E3A52"/>
                </a:solidFill>
                <a:latin typeface="Calibri"/>
                <a:ea typeface="Calibri"/>
                <a:cs typeface="Calibri"/>
                <a:sym typeface="Calibri"/>
              </a:rPr>
              <a:t>Target variable</a:t>
            </a:r>
            <a:endParaRPr b="0" i="0" sz="1800" u="none" cap="none" strike="noStrike">
              <a:solidFill>
                <a:schemeClr val="dk1"/>
              </a:solidFill>
              <a:latin typeface="Arial"/>
              <a:ea typeface="Arial"/>
              <a:cs typeface="Arial"/>
              <a:sym typeface="Arial"/>
            </a:endParaRPr>
          </a:p>
        </p:txBody>
      </p:sp>
      <p:sp>
        <p:nvSpPr>
          <p:cNvPr id="201" name="Google Shape;201;p3"/>
          <p:cNvSpPr txBox="1"/>
          <p:nvPr/>
        </p:nvSpPr>
        <p:spPr>
          <a:xfrm>
            <a:off x="457200" y="3291840"/>
            <a:ext cx="9144000" cy="3657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1E3A52"/>
              </a:buClr>
              <a:buSzPts val="1600"/>
              <a:buFont typeface="Calibri"/>
              <a:buNone/>
            </a:pPr>
            <a:r>
              <a:rPr b="1" i="0" lang="en-GB" sz="1600" u="none" cap="none" strike="noStrike">
                <a:solidFill>
                  <a:srgbClr val="1E3A52"/>
                </a:solidFill>
                <a:latin typeface="Calibri"/>
                <a:ea typeface="Calibri"/>
                <a:cs typeface="Calibri"/>
                <a:sym typeface="Calibri"/>
              </a:rPr>
              <a:t>Input features</a:t>
            </a:r>
            <a:endParaRPr b="0" i="0" sz="1800" u="none" cap="none" strike="noStrike">
              <a:solidFill>
                <a:schemeClr val="dk1"/>
              </a:solidFill>
              <a:latin typeface="Arial"/>
              <a:ea typeface="Arial"/>
              <a:cs typeface="Arial"/>
              <a:sym typeface="Arial"/>
            </a:endParaRPr>
          </a:p>
        </p:txBody>
      </p:sp>
      <p:sp>
        <p:nvSpPr>
          <p:cNvPr id="202" name="Google Shape;202;p3"/>
          <p:cNvSpPr/>
          <p:nvPr/>
        </p:nvSpPr>
        <p:spPr>
          <a:xfrm>
            <a:off x="457200" y="3703320"/>
            <a:ext cx="548640" cy="25000"/>
          </a:xfrm>
          <a:prstGeom prst="rect">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3" name="Google Shape;203;p3"/>
          <p:cNvSpPr/>
          <p:nvPr/>
        </p:nvSpPr>
        <p:spPr>
          <a:xfrm>
            <a:off x="457200" y="4050792"/>
            <a:ext cx="109728" cy="109728"/>
          </a:xfrm>
          <a:prstGeom prst="ellipse">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4" name="Google Shape;204;p3"/>
          <p:cNvSpPr txBox="1"/>
          <p:nvPr/>
        </p:nvSpPr>
        <p:spPr>
          <a:xfrm>
            <a:off x="685800" y="393192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1E3A52"/>
              </a:buClr>
              <a:buSzPts val="1200"/>
              <a:buFont typeface="Calibri"/>
              <a:buNone/>
            </a:pPr>
            <a:r>
              <a:rPr b="1" i="0" lang="en-GB" sz="1200" u="none" cap="none" strike="noStrike">
                <a:solidFill>
                  <a:srgbClr val="1E3A52"/>
                </a:solidFill>
                <a:latin typeface="Calibri"/>
                <a:ea typeface="Calibri"/>
                <a:cs typeface="Calibri"/>
                <a:sym typeface="Calibri"/>
              </a:rPr>
              <a:t>Store_ID</a:t>
            </a:r>
            <a:r>
              <a:rPr b="0" i="1" lang="en-GB" sz="1100" u="none" cap="none" strike="noStrike">
                <a:solidFill>
                  <a:srgbClr val="6B7A8B"/>
                </a:solidFill>
                <a:latin typeface="Calibri"/>
                <a:ea typeface="Calibri"/>
                <a:cs typeface="Calibri"/>
                <a:sym typeface="Calibri"/>
              </a:rPr>
              <a:t>  store identifier</a:t>
            </a:r>
            <a:endParaRPr b="0" i="0" sz="1800" u="none" cap="none" strike="noStrike">
              <a:solidFill>
                <a:schemeClr val="dk1"/>
              </a:solidFill>
              <a:latin typeface="Arial"/>
              <a:ea typeface="Arial"/>
              <a:cs typeface="Arial"/>
              <a:sym typeface="Arial"/>
            </a:endParaRPr>
          </a:p>
        </p:txBody>
      </p:sp>
      <p:sp>
        <p:nvSpPr>
          <p:cNvPr id="205" name="Google Shape;205;p3"/>
          <p:cNvSpPr/>
          <p:nvPr/>
        </p:nvSpPr>
        <p:spPr>
          <a:xfrm>
            <a:off x="457200" y="4416552"/>
            <a:ext cx="109728" cy="109728"/>
          </a:xfrm>
          <a:prstGeom prst="ellipse">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3"/>
          <p:cNvSpPr txBox="1"/>
          <p:nvPr/>
        </p:nvSpPr>
        <p:spPr>
          <a:xfrm>
            <a:off x="685800" y="429768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1E3A52"/>
              </a:buClr>
              <a:buSzPts val="1200"/>
              <a:buFont typeface="Calibri"/>
              <a:buNone/>
            </a:pPr>
            <a:r>
              <a:rPr b="1" i="0" lang="en-GB" sz="1200" u="none" cap="none" strike="noStrike">
                <a:solidFill>
                  <a:srgbClr val="1E3A52"/>
                </a:solidFill>
                <a:latin typeface="Calibri"/>
                <a:ea typeface="Calibri"/>
                <a:cs typeface="Calibri"/>
                <a:sym typeface="Calibri"/>
              </a:rPr>
              <a:t>Day_of_week</a:t>
            </a:r>
            <a:r>
              <a:rPr b="0" i="1" lang="en-GB" sz="1100" u="none" cap="none" strike="noStrike">
                <a:solidFill>
                  <a:srgbClr val="6B7A8B"/>
                </a:solidFill>
                <a:latin typeface="Calibri"/>
                <a:ea typeface="Calibri"/>
                <a:cs typeface="Calibri"/>
                <a:sym typeface="Calibri"/>
              </a:rPr>
              <a:t>  1 to 7</a:t>
            </a:r>
            <a:endParaRPr b="0" i="0" sz="1800" u="none" cap="none" strike="noStrike">
              <a:solidFill>
                <a:schemeClr val="dk1"/>
              </a:solidFill>
              <a:latin typeface="Arial"/>
              <a:ea typeface="Arial"/>
              <a:cs typeface="Arial"/>
              <a:sym typeface="Arial"/>
            </a:endParaRPr>
          </a:p>
        </p:txBody>
      </p:sp>
      <p:sp>
        <p:nvSpPr>
          <p:cNvPr id="207" name="Google Shape;207;p3"/>
          <p:cNvSpPr/>
          <p:nvPr/>
        </p:nvSpPr>
        <p:spPr>
          <a:xfrm>
            <a:off x="457200" y="4782312"/>
            <a:ext cx="109728" cy="109728"/>
          </a:xfrm>
          <a:prstGeom prst="ellipse">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8" name="Google Shape;208;p3"/>
          <p:cNvSpPr txBox="1"/>
          <p:nvPr/>
        </p:nvSpPr>
        <p:spPr>
          <a:xfrm>
            <a:off x="685800" y="466344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1E3A52"/>
              </a:buClr>
              <a:buSzPts val="1200"/>
              <a:buFont typeface="Calibri"/>
              <a:buNone/>
            </a:pPr>
            <a:r>
              <a:rPr b="1" i="0" lang="en-GB" sz="1200" u="none" cap="none" strike="noStrike">
                <a:solidFill>
                  <a:srgbClr val="1E3A52"/>
                </a:solidFill>
                <a:latin typeface="Calibri"/>
                <a:ea typeface="Calibri"/>
                <a:cs typeface="Calibri"/>
                <a:sym typeface="Calibri"/>
              </a:rPr>
              <a:t>Nb_customers_on_day</a:t>
            </a:r>
            <a:r>
              <a:rPr b="0" i="1" lang="en-GB" sz="1100" u="none" cap="none" strike="noStrike">
                <a:solidFill>
                  <a:srgbClr val="6B7A8B"/>
                </a:solidFill>
                <a:latin typeface="Calibri"/>
                <a:ea typeface="Calibri"/>
                <a:cs typeface="Calibri"/>
                <a:sym typeface="Calibri"/>
              </a:rPr>
              <a:t>  customers that day</a:t>
            </a:r>
            <a:endParaRPr b="0" i="0" sz="1800" u="none" cap="none" strike="noStrike">
              <a:solidFill>
                <a:schemeClr val="dk1"/>
              </a:solidFill>
              <a:latin typeface="Arial"/>
              <a:ea typeface="Arial"/>
              <a:cs typeface="Arial"/>
              <a:sym typeface="Arial"/>
            </a:endParaRPr>
          </a:p>
        </p:txBody>
      </p:sp>
      <p:sp>
        <p:nvSpPr>
          <p:cNvPr id="209" name="Google Shape;209;p3"/>
          <p:cNvSpPr/>
          <p:nvPr/>
        </p:nvSpPr>
        <p:spPr>
          <a:xfrm>
            <a:off x="4389119" y="4050792"/>
            <a:ext cx="109728" cy="109728"/>
          </a:xfrm>
          <a:prstGeom prst="ellipse">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0" name="Google Shape;210;p3"/>
          <p:cNvSpPr txBox="1"/>
          <p:nvPr/>
        </p:nvSpPr>
        <p:spPr>
          <a:xfrm>
            <a:off x="4617719" y="393192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1E3A52"/>
              </a:buClr>
              <a:buSzPts val="1200"/>
              <a:buFont typeface="Calibri"/>
              <a:buNone/>
            </a:pPr>
            <a:r>
              <a:rPr b="1" i="0" lang="en-GB" sz="1200" u="none" cap="none" strike="noStrike">
                <a:solidFill>
                  <a:srgbClr val="1E3A52"/>
                </a:solidFill>
                <a:latin typeface="Calibri"/>
                <a:ea typeface="Calibri"/>
                <a:cs typeface="Calibri"/>
                <a:sym typeface="Calibri"/>
              </a:rPr>
              <a:t>Promotion</a:t>
            </a:r>
            <a:r>
              <a:rPr b="0" i="1" lang="en-GB" sz="1100" u="none" cap="none" strike="noStrike">
                <a:solidFill>
                  <a:srgbClr val="6B7A8B"/>
                </a:solidFill>
                <a:latin typeface="Calibri"/>
                <a:ea typeface="Calibri"/>
                <a:cs typeface="Calibri"/>
                <a:sym typeface="Calibri"/>
              </a:rPr>
              <a:t>  0 or 1</a:t>
            </a:r>
            <a:endParaRPr b="0" i="0" sz="1800" u="none" cap="none" strike="noStrike">
              <a:solidFill>
                <a:schemeClr val="dk1"/>
              </a:solidFill>
              <a:latin typeface="Arial"/>
              <a:ea typeface="Arial"/>
              <a:cs typeface="Arial"/>
              <a:sym typeface="Arial"/>
            </a:endParaRPr>
          </a:p>
        </p:txBody>
      </p:sp>
      <p:sp>
        <p:nvSpPr>
          <p:cNvPr id="211" name="Google Shape;211;p3"/>
          <p:cNvSpPr/>
          <p:nvPr/>
        </p:nvSpPr>
        <p:spPr>
          <a:xfrm>
            <a:off x="4389119" y="4416552"/>
            <a:ext cx="109728" cy="109728"/>
          </a:xfrm>
          <a:prstGeom prst="ellipse">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2" name="Google Shape;212;p3"/>
          <p:cNvSpPr txBox="1"/>
          <p:nvPr/>
        </p:nvSpPr>
        <p:spPr>
          <a:xfrm>
            <a:off x="4617719" y="429768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1E3A52"/>
              </a:buClr>
              <a:buSzPts val="1200"/>
              <a:buFont typeface="Calibri"/>
              <a:buNone/>
            </a:pPr>
            <a:r>
              <a:rPr b="1" i="0" lang="en-GB" sz="1200" u="none" cap="none" strike="noStrike">
                <a:solidFill>
                  <a:srgbClr val="1E3A52"/>
                </a:solidFill>
                <a:latin typeface="Calibri"/>
                <a:ea typeface="Calibri"/>
                <a:cs typeface="Calibri"/>
                <a:sym typeface="Calibri"/>
              </a:rPr>
              <a:t>State_holiday</a:t>
            </a:r>
            <a:r>
              <a:rPr b="0" i="1" lang="en-GB" sz="1100" u="none" cap="none" strike="noStrike">
                <a:solidFill>
                  <a:srgbClr val="6B7A8B"/>
                </a:solidFill>
                <a:latin typeface="Calibri"/>
                <a:ea typeface="Calibri"/>
                <a:cs typeface="Calibri"/>
                <a:sym typeface="Calibri"/>
              </a:rPr>
              <a:t>  public holiday</a:t>
            </a:r>
            <a:endParaRPr b="0" i="0" sz="1800" u="none" cap="none" strike="noStrike">
              <a:solidFill>
                <a:schemeClr val="dk1"/>
              </a:solidFill>
              <a:latin typeface="Arial"/>
              <a:ea typeface="Arial"/>
              <a:cs typeface="Arial"/>
              <a:sym typeface="Arial"/>
            </a:endParaRPr>
          </a:p>
        </p:txBody>
      </p:sp>
      <p:sp>
        <p:nvSpPr>
          <p:cNvPr id="213" name="Google Shape;213;p3"/>
          <p:cNvSpPr/>
          <p:nvPr/>
        </p:nvSpPr>
        <p:spPr>
          <a:xfrm>
            <a:off x="4389119" y="4782312"/>
            <a:ext cx="109728" cy="109728"/>
          </a:xfrm>
          <a:prstGeom prst="ellipse">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4" name="Google Shape;214;p3"/>
          <p:cNvSpPr txBox="1"/>
          <p:nvPr/>
        </p:nvSpPr>
        <p:spPr>
          <a:xfrm>
            <a:off x="4617719" y="466344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1E3A52"/>
              </a:buClr>
              <a:buSzPts val="1200"/>
              <a:buFont typeface="Calibri"/>
              <a:buNone/>
            </a:pPr>
            <a:r>
              <a:rPr b="1" i="0" lang="en-GB" sz="1200" u="none" cap="none" strike="noStrike">
                <a:solidFill>
                  <a:srgbClr val="1E3A52"/>
                </a:solidFill>
                <a:latin typeface="Calibri"/>
                <a:ea typeface="Calibri"/>
                <a:cs typeface="Calibri"/>
                <a:sym typeface="Calibri"/>
              </a:rPr>
              <a:t>School_holiday</a:t>
            </a:r>
            <a:r>
              <a:rPr b="0" i="1" lang="en-GB" sz="1100" u="none" cap="none" strike="noStrike">
                <a:solidFill>
                  <a:srgbClr val="6B7A8B"/>
                </a:solidFill>
                <a:latin typeface="Calibri"/>
                <a:ea typeface="Calibri"/>
                <a:cs typeface="Calibri"/>
                <a:sym typeface="Calibri"/>
              </a:rPr>
              <a:t>  0 or 1</a:t>
            </a:r>
            <a:endParaRPr b="0" i="0" sz="1800" u="none" cap="none" strike="noStrike">
              <a:solidFill>
                <a:schemeClr val="dk1"/>
              </a:solidFill>
              <a:latin typeface="Arial"/>
              <a:ea typeface="Arial"/>
              <a:cs typeface="Arial"/>
              <a:sym typeface="Arial"/>
            </a:endParaRPr>
          </a:p>
        </p:txBody>
      </p:sp>
      <p:sp>
        <p:nvSpPr>
          <p:cNvPr id="215" name="Google Shape;215;p3"/>
          <p:cNvSpPr/>
          <p:nvPr/>
        </p:nvSpPr>
        <p:spPr>
          <a:xfrm>
            <a:off x="8321038" y="4050792"/>
            <a:ext cx="109728" cy="109728"/>
          </a:xfrm>
          <a:prstGeom prst="ellipse">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6" name="Google Shape;216;p3"/>
          <p:cNvSpPr txBox="1"/>
          <p:nvPr/>
        </p:nvSpPr>
        <p:spPr>
          <a:xfrm>
            <a:off x="8549638" y="393192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1E3A52"/>
              </a:buClr>
              <a:buSzPts val="1200"/>
              <a:buFont typeface="Calibri"/>
              <a:buNone/>
            </a:pPr>
            <a:r>
              <a:rPr b="1" i="0" lang="en-GB" sz="1200" u="none" cap="none" strike="noStrike">
                <a:solidFill>
                  <a:srgbClr val="1E3A52"/>
                </a:solidFill>
                <a:latin typeface="Calibri"/>
                <a:ea typeface="Calibri"/>
                <a:cs typeface="Calibri"/>
                <a:sym typeface="Calibri"/>
              </a:rPr>
              <a:t>Date</a:t>
            </a:r>
            <a:r>
              <a:rPr b="0" i="1" lang="en-GB" sz="1100" u="none" cap="none" strike="noStrike">
                <a:solidFill>
                  <a:srgbClr val="6B7A8B"/>
                </a:solidFill>
                <a:latin typeface="Calibri"/>
                <a:ea typeface="Calibri"/>
                <a:cs typeface="Calibri"/>
                <a:sym typeface="Calibri"/>
              </a:rPr>
              <a:t>  → month, year, day</a:t>
            </a:r>
            <a:endParaRPr b="0" i="0" sz="1800" u="none" cap="none" strike="noStrike">
              <a:solidFill>
                <a:schemeClr val="dk1"/>
              </a:solidFill>
              <a:latin typeface="Arial"/>
              <a:ea typeface="Arial"/>
              <a:cs typeface="Arial"/>
              <a:sym typeface="Arial"/>
            </a:endParaRPr>
          </a:p>
        </p:txBody>
      </p:sp>
      <p:sp>
        <p:nvSpPr>
          <p:cNvPr id="217" name="Google Shape;217;p3"/>
          <p:cNvSpPr/>
          <p:nvPr/>
        </p:nvSpPr>
        <p:spPr>
          <a:xfrm>
            <a:off x="8321038" y="4416552"/>
            <a:ext cx="109728" cy="109728"/>
          </a:xfrm>
          <a:prstGeom prst="ellipse">
            <a:avLst/>
          </a:prstGeom>
          <a:solidFill>
            <a:srgbClr val="5FB3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p3"/>
          <p:cNvSpPr txBox="1"/>
          <p:nvPr/>
        </p:nvSpPr>
        <p:spPr>
          <a:xfrm>
            <a:off x="8549638" y="429768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1E3A52"/>
              </a:buClr>
              <a:buSzPts val="1200"/>
              <a:buFont typeface="Calibri"/>
              <a:buNone/>
            </a:pPr>
            <a:r>
              <a:rPr b="1" i="0" lang="en-GB" sz="1200" u="none" cap="none" strike="noStrike">
                <a:solidFill>
                  <a:srgbClr val="1E3A52"/>
                </a:solidFill>
                <a:latin typeface="Calibri"/>
                <a:ea typeface="Calibri"/>
                <a:cs typeface="Calibri"/>
                <a:sym typeface="Calibri"/>
              </a:rPr>
              <a:t>Open</a:t>
            </a:r>
            <a:r>
              <a:rPr b="0" i="1" lang="en-GB" sz="1100" u="none" cap="none" strike="noStrike">
                <a:solidFill>
                  <a:srgbClr val="6B7A8B"/>
                </a:solidFill>
                <a:latin typeface="Calibri"/>
                <a:ea typeface="Calibri"/>
                <a:cs typeface="Calibri"/>
                <a:sym typeface="Calibri"/>
              </a:rPr>
              <a:t>  1 = open</a:t>
            </a:r>
            <a:endParaRPr b="0" i="0" sz="1800" u="none" cap="none" strike="noStrike">
              <a:solidFill>
                <a:schemeClr val="dk1"/>
              </a:solidFill>
              <a:latin typeface="Arial"/>
              <a:ea typeface="Arial"/>
              <a:cs typeface="Arial"/>
              <a:sym typeface="Arial"/>
            </a:endParaRPr>
          </a:p>
        </p:txBody>
      </p:sp>
      <p:sp>
        <p:nvSpPr>
          <p:cNvPr id="219" name="Google Shape;219;p3"/>
          <p:cNvSpPr/>
          <p:nvPr/>
        </p:nvSpPr>
        <p:spPr>
          <a:xfrm>
            <a:off x="8321038" y="4782312"/>
            <a:ext cx="109728" cy="109728"/>
          </a:xfrm>
          <a:prstGeom prst="ellipse">
            <a:avLst/>
          </a:prstGeom>
          <a:solidFill>
            <a:srgbClr val="E89B3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3"/>
          <p:cNvSpPr txBox="1"/>
          <p:nvPr/>
        </p:nvSpPr>
        <p:spPr>
          <a:xfrm>
            <a:off x="8549638" y="4663440"/>
            <a:ext cx="3520439" cy="365760"/>
          </a:xfrm>
          <a:prstGeom prst="rect">
            <a:avLst/>
          </a:prstGeom>
          <a:noFill/>
          <a:ln>
            <a:noFill/>
          </a:ln>
        </p:spPr>
        <p:txBody>
          <a:bodyPr anchorCtr="0" anchor="t" bIns="45700" lIns="18275" spcFirstLastPara="1" rIns="91425" wrap="square" tIns="45700">
            <a:spAutoFit/>
          </a:bodyPr>
          <a:lstStyle/>
          <a:p>
            <a:pPr indent="0" lvl="0" marL="0" marR="0" rtl="0" algn="l">
              <a:spcBef>
                <a:spcPts val="0"/>
              </a:spcBef>
              <a:spcAft>
                <a:spcPts val="0"/>
              </a:spcAft>
              <a:buClr>
                <a:srgbClr val="E89B3C"/>
              </a:buClr>
              <a:buSzPts val="1200"/>
              <a:buFont typeface="Calibri"/>
              <a:buNone/>
            </a:pPr>
            <a:r>
              <a:rPr b="1" i="0" lang="en-GB" sz="1200" u="none" cap="none" strike="noStrike">
                <a:solidFill>
                  <a:srgbClr val="E89B3C"/>
                </a:solidFill>
                <a:latin typeface="Calibri"/>
                <a:ea typeface="Calibri"/>
                <a:cs typeface="Calibri"/>
                <a:sym typeface="Calibri"/>
              </a:rPr>
              <a:t>— Target —</a:t>
            </a:r>
            <a:r>
              <a:rPr b="0" i="1" lang="en-GB" sz="1100" u="none" cap="none" strike="noStrike">
                <a:solidFill>
                  <a:srgbClr val="6B7A8B"/>
                </a:solidFill>
                <a:latin typeface="Calibri"/>
                <a:ea typeface="Calibri"/>
                <a:cs typeface="Calibri"/>
                <a:sym typeface="Calibri"/>
              </a:rPr>
              <a:t>  Sales</a:t>
            </a:r>
            <a:endParaRPr b="0" i="0" sz="1800" u="none" cap="none" strike="noStrike">
              <a:solidFill>
                <a:schemeClr val="dk1"/>
              </a:solidFill>
              <a:latin typeface="Arial"/>
              <a:ea typeface="Arial"/>
              <a:cs typeface="Arial"/>
              <a:sym typeface="Arial"/>
            </a:endParaRPr>
          </a:p>
        </p:txBody>
      </p:sp>
      <p:sp>
        <p:nvSpPr>
          <p:cNvPr id="221" name="Google Shape;221;p3"/>
          <p:cNvSpPr txBox="1"/>
          <p:nvPr/>
        </p:nvSpPr>
        <p:spPr>
          <a:xfrm>
            <a:off x="457200" y="5943600"/>
            <a:ext cx="11247120"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1E3A52"/>
              </a:buClr>
              <a:buSzPts val="1200"/>
              <a:buFont typeface="Calibri"/>
              <a:buNone/>
            </a:pPr>
            <a:r>
              <a:rPr b="0" i="1" lang="en-GB" sz="1200" u="none" cap="none" strike="noStrike">
                <a:solidFill>
                  <a:srgbClr val="1E3A52"/>
                </a:solidFill>
                <a:latin typeface="Calibri"/>
                <a:ea typeface="Calibri"/>
                <a:cs typeface="Calibri"/>
                <a:sym typeface="Calibri"/>
              </a:rPr>
              <a:t>Goal: predict the sales column for the 70,000 unseen rows in the test set.</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
          <p:cNvSpPr/>
          <p:nvPr/>
        </p:nvSpPr>
        <p:spPr>
          <a:xfrm>
            <a:off x="457200" y="121643"/>
            <a:ext cx="1433945" cy="200475"/>
          </a:xfrm>
          <a:prstGeom prst="rect">
            <a:avLst/>
          </a:prstGeom>
          <a:solidFill>
            <a:schemeClr val="accent2"/>
          </a:solidFill>
          <a:ln>
            <a:noFill/>
          </a:ln>
        </p:spPr>
        <p:txBody>
          <a:bodyPr anchorCtr="0" anchor="ctr" bIns="73150" lIns="73150" spcFirstLastPara="1" rIns="73150" wrap="square" tIns="73150">
            <a:noAutofit/>
          </a:bodyPr>
          <a:lstStyle/>
          <a:p>
            <a:pPr indent="0" lvl="0" marL="0" marR="0" rtl="0" algn="ctr">
              <a:spcBef>
                <a:spcPts val="0"/>
              </a:spcBef>
              <a:spcAft>
                <a:spcPts val="0"/>
              </a:spcAft>
              <a:buClr>
                <a:schemeClr val="dk1"/>
              </a:buClr>
              <a:buSzPts val="1400"/>
              <a:buFont typeface="Arial"/>
              <a:buNone/>
            </a:pPr>
            <a:r>
              <a:rPr b="1" i="0" lang="en-GB" sz="1400" u="none" cap="none" strike="noStrike">
                <a:solidFill>
                  <a:schemeClr val="dk1"/>
                </a:solidFill>
                <a:latin typeface="Arial"/>
                <a:ea typeface="Arial"/>
                <a:cs typeface="Arial"/>
                <a:sym typeface="Arial"/>
              </a:rPr>
              <a:t>EDA</a:t>
            </a:r>
            <a:endParaRPr b="0" i="0" sz="1800" u="none" cap="none" strike="noStrike">
              <a:solidFill>
                <a:schemeClr val="dk1"/>
              </a:solidFill>
              <a:latin typeface="Arial"/>
              <a:ea typeface="Arial"/>
              <a:cs typeface="Arial"/>
              <a:sym typeface="Arial"/>
            </a:endParaRPr>
          </a:p>
        </p:txBody>
      </p:sp>
      <p:sp>
        <p:nvSpPr>
          <p:cNvPr id="228" name="Google Shape;228;p4"/>
          <p:cNvSpPr txBox="1"/>
          <p:nvPr/>
        </p:nvSpPr>
        <p:spPr>
          <a:xfrm>
            <a:off x="457200" y="365760"/>
            <a:ext cx="9144000" cy="50292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1F2B3C"/>
              </a:buClr>
              <a:buSzPts val="2800"/>
              <a:buFont typeface="Calibri"/>
              <a:buNone/>
            </a:pPr>
            <a:r>
              <a:rPr b="1" i="0" lang="en-GB" sz="2800" u="none" cap="none" strike="noStrike">
                <a:solidFill>
                  <a:srgbClr val="1F2B3C"/>
                </a:solidFill>
                <a:latin typeface="Calibri"/>
                <a:ea typeface="Calibri"/>
                <a:cs typeface="Calibri"/>
                <a:sym typeface="Calibri"/>
              </a:rPr>
              <a:t>DATA CLEANING</a:t>
            </a:r>
            <a:endParaRPr b="0" i="0" sz="1800" u="none" cap="none" strike="noStrike">
              <a:solidFill>
                <a:schemeClr val="dk1"/>
              </a:solidFill>
              <a:latin typeface="Arial"/>
              <a:ea typeface="Arial"/>
              <a:cs typeface="Arial"/>
              <a:sym typeface="Arial"/>
            </a:endParaRPr>
          </a:p>
        </p:txBody>
      </p:sp>
      <p:sp>
        <p:nvSpPr>
          <p:cNvPr id="229" name="Google Shape;229;p4"/>
          <p:cNvSpPr txBox="1"/>
          <p:nvPr/>
        </p:nvSpPr>
        <p:spPr>
          <a:xfrm>
            <a:off x="457200" y="822960"/>
            <a:ext cx="9144000" cy="32004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6B7A8B"/>
              </a:buClr>
              <a:buSzPts val="1300"/>
              <a:buFont typeface="Calibri"/>
              <a:buNone/>
            </a:pPr>
            <a:r>
              <a:rPr b="0" i="1" lang="en-GB" sz="1300" u="none" cap="none" strike="noStrike">
                <a:solidFill>
                  <a:srgbClr val="6B7A8B"/>
                </a:solidFill>
                <a:latin typeface="Calibri"/>
                <a:ea typeface="Calibri"/>
                <a:cs typeface="Calibri"/>
                <a:sym typeface="Calibri"/>
              </a:rPr>
              <a:t>Four transformations to prepare the data for modelling</a:t>
            </a:r>
            <a:endParaRPr b="0" i="0" sz="1800" u="none" cap="none" strike="noStrike">
              <a:solidFill>
                <a:schemeClr val="dk1"/>
              </a:solidFill>
              <a:latin typeface="Arial"/>
              <a:ea typeface="Arial"/>
              <a:cs typeface="Arial"/>
              <a:sym typeface="Arial"/>
            </a:endParaRPr>
          </a:p>
        </p:txBody>
      </p:sp>
      <p:sp>
        <p:nvSpPr>
          <p:cNvPr id="230" name="Google Shape;230;p4"/>
          <p:cNvSpPr/>
          <p:nvPr/>
        </p:nvSpPr>
        <p:spPr>
          <a:xfrm>
            <a:off x="457200" y="1417320"/>
            <a:ext cx="5623560" cy="2194560"/>
          </a:xfrm>
          <a:prstGeom prst="roundRect">
            <a:avLst>
              <a:gd fmla="val 4000" name="adj"/>
            </a:avLst>
          </a:prstGeom>
          <a:solidFill>
            <a:srgbClr val="FFFFFF"/>
          </a:solidFill>
          <a:ln cap="flat" cmpd="sng" w="9525">
            <a:solidFill>
              <a:srgbClr val="B8D4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1" name="Google Shape;231;p4"/>
          <p:cNvSpPr/>
          <p:nvPr/>
        </p:nvSpPr>
        <p:spPr>
          <a:xfrm>
            <a:off x="777240" y="1691640"/>
            <a:ext cx="822960" cy="822960"/>
          </a:xfrm>
          <a:prstGeom prst="ellipse">
            <a:avLst/>
          </a:prstGeom>
          <a:solidFill>
            <a:srgbClr val="1E3A52"/>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GB" sz="2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Arial"/>
              <a:ea typeface="Arial"/>
              <a:cs typeface="Arial"/>
              <a:sym typeface="Arial"/>
            </a:endParaRPr>
          </a:p>
        </p:txBody>
      </p:sp>
      <p:sp>
        <p:nvSpPr>
          <p:cNvPr id="232" name="Google Shape;232;p4"/>
          <p:cNvSpPr txBox="1"/>
          <p:nvPr/>
        </p:nvSpPr>
        <p:spPr>
          <a:xfrm>
            <a:off x="1783080" y="1737360"/>
            <a:ext cx="4114800" cy="457200"/>
          </a:xfrm>
          <a:prstGeom prst="rect">
            <a:avLst/>
          </a:prstGeom>
          <a:noFill/>
          <a:ln>
            <a:noFill/>
          </a:ln>
        </p:spPr>
        <p:txBody>
          <a:bodyPr anchorCtr="0" anchor="t" bIns="45700" lIns="45700" spcFirstLastPara="1" rIns="91425" wrap="square" tIns="45700">
            <a:spAutoFit/>
          </a:bodyPr>
          <a:lstStyle/>
          <a:p>
            <a:pPr indent="0" lvl="0" marL="0" marR="0" rtl="0" algn="l">
              <a:spcBef>
                <a:spcPts val="0"/>
              </a:spcBef>
              <a:spcAft>
                <a:spcPts val="0"/>
              </a:spcAft>
              <a:buClr>
                <a:srgbClr val="1E3A52"/>
              </a:buClr>
              <a:buSzPts val="1500"/>
              <a:buFont typeface="Calibri"/>
              <a:buNone/>
            </a:pPr>
            <a:r>
              <a:rPr b="1" i="0" lang="en-GB" sz="1500" u="none" cap="none" strike="noStrike">
                <a:solidFill>
                  <a:srgbClr val="1E3A52"/>
                </a:solidFill>
                <a:latin typeface="Calibri"/>
                <a:ea typeface="Calibri"/>
                <a:cs typeface="Calibri"/>
                <a:sym typeface="Calibri"/>
              </a:rPr>
              <a:t>Removed closed stores</a:t>
            </a:r>
            <a:endParaRPr b="0" i="0" sz="1800" u="none" cap="none" strike="noStrike">
              <a:solidFill>
                <a:schemeClr val="dk1"/>
              </a:solidFill>
              <a:latin typeface="Arial"/>
              <a:ea typeface="Arial"/>
              <a:cs typeface="Arial"/>
              <a:sym typeface="Arial"/>
            </a:endParaRPr>
          </a:p>
        </p:txBody>
      </p:sp>
      <p:sp>
        <p:nvSpPr>
          <p:cNvPr id="233" name="Google Shape;233;p4"/>
          <p:cNvSpPr txBox="1"/>
          <p:nvPr/>
        </p:nvSpPr>
        <p:spPr>
          <a:xfrm>
            <a:off x="1783080" y="2240280"/>
            <a:ext cx="4114800" cy="1234440"/>
          </a:xfrm>
          <a:prstGeom prst="rect">
            <a:avLst/>
          </a:prstGeom>
          <a:noFill/>
          <a:ln>
            <a:noFill/>
          </a:ln>
        </p:spPr>
        <p:txBody>
          <a:bodyPr anchorCtr="0" anchor="t" bIns="45700" lIns="45700" spcFirstLastPara="1" rIns="91425" wrap="square" tIns="45700">
            <a:spAutoFit/>
          </a:bodyPr>
          <a:lstStyle/>
          <a:p>
            <a:pPr indent="0" lvl="0" marL="0" marR="0" rtl="0" algn="l">
              <a:spcBef>
                <a:spcPts val="0"/>
              </a:spcBef>
              <a:spcAft>
                <a:spcPts val="0"/>
              </a:spcAft>
              <a:buClr>
                <a:srgbClr val="1F2B3C"/>
              </a:buClr>
              <a:buSzPts val="1150"/>
              <a:buFont typeface="Calibri"/>
              <a:buNone/>
            </a:pPr>
            <a:r>
              <a:rPr b="0" i="0" lang="en-GB" sz="1150" u="none" cap="none" strike="noStrike">
                <a:solidFill>
                  <a:srgbClr val="1F2B3C"/>
                </a:solidFill>
                <a:latin typeface="Calibri"/>
                <a:ea typeface="Calibri"/>
                <a:cs typeface="Calibri"/>
                <a:sym typeface="Calibri"/>
              </a:rPr>
              <a:t>When open = 0, sales are always 0 by definition. Keeping them would mislead the model.</a:t>
            </a:r>
            <a:endParaRPr b="0" i="0" sz="1800" u="none" cap="none" strike="noStrike">
              <a:solidFill>
                <a:schemeClr val="dk1"/>
              </a:solidFill>
              <a:latin typeface="Arial"/>
              <a:ea typeface="Arial"/>
              <a:cs typeface="Arial"/>
              <a:sym typeface="Arial"/>
            </a:endParaRPr>
          </a:p>
        </p:txBody>
      </p:sp>
      <p:sp>
        <p:nvSpPr>
          <p:cNvPr id="234" name="Google Shape;234;p4"/>
          <p:cNvSpPr/>
          <p:nvPr/>
        </p:nvSpPr>
        <p:spPr>
          <a:xfrm>
            <a:off x="6263640" y="1417320"/>
            <a:ext cx="5623560" cy="2194560"/>
          </a:xfrm>
          <a:prstGeom prst="roundRect">
            <a:avLst>
              <a:gd fmla="val 4000" name="adj"/>
            </a:avLst>
          </a:prstGeom>
          <a:solidFill>
            <a:srgbClr val="FFFFFF"/>
          </a:solidFill>
          <a:ln cap="flat" cmpd="sng" w="9525">
            <a:solidFill>
              <a:srgbClr val="B8D4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5" name="Google Shape;235;p4"/>
          <p:cNvSpPr/>
          <p:nvPr/>
        </p:nvSpPr>
        <p:spPr>
          <a:xfrm>
            <a:off x="6583680" y="1691640"/>
            <a:ext cx="822960" cy="822960"/>
          </a:xfrm>
          <a:prstGeom prst="ellipse">
            <a:avLst/>
          </a:prstGeom>
          <a:solidFill>
            <a:srgbClr val="3D6B8A"/>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GB" sz="2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Arial"/>
              <a:ea typeface="Arial"/>
              <a:cs typeface="Arial"/>
              <a:sym typeface="Arial"/>
            </a:endParaRPr>
          </a:p>
        </p:txBody>
      </p:sp>
      <p:sp>
        <p:nvSpPr>
          <p:cNvPr id="236" name="Google Shape;236;p4"/>
          <p:cNvSpPr txBox="1"/>
          <p:nvPr/>
        </p:nvSpPr>
        <p:spPr>
          <a:xfrm>
            <a:off x="7589520" y="1737360"/>
            <a:ext cx="4114800" cy="457200"/>
          </a:xfrm>
          <a:prstGeom prst="rect">
            <a:avLst/>
          </a:prstGeom>
          <a:noFill/>
          <a:ln>
            <a:noFill/>
          </a:ln>
        </p:spPr>
        <p:txBody>
          <a:bodyPr anchorCtr="0" anchor="t" bIns="45700" lIns="45700" spcFirstLastPara="1" rIns="91425" wrap="square" tIns="45700">
            <a:spAutoFit/>
          </a:bodyPr>
          <a:lstStyle/>
          <a:p>
            <a:pPr indent="0" lvl="0" marL="0" marR="0" rtl="0" algn="l">
              <a:spcBef>
                <a:spcPts val="0"/>
              </a:spcBef>
              <a:spcAft>
                <a:spcPts val="0"/>
              </a:spcAft>
              <a:buClr>
                <a:srgbClr val="1E3A52"/>
              </a:buClr>
              <a:buSzPts val="1500"/>
              <a:buFont typeface="Calibri"/>
              <a:buNone/>
            </a:pPr>
            <a:r>
              <a:rPr b="1" i="0" lang="en-GB" sz="1500" u="none" cap="none" strike="noStrike">
                <a:solidFill>
                  <a:srgbClr val="1E3A52"/>
                </a:solidFill>
                <a:latin typeface="Calibri"/>
                <a:ea typeface="Calibri"/>
                <a:cs typeface="Calibri"/>
                <a:sym typeface="Calibri"/>
              </a:rPr>
              <a:t>Decomposed date column</a:t>
            </a:r>
            <a:endParaRPr b="0" i="0" sz="1800" u="none" cap="none" strike="noStrike">
              <a:solidFill>
                <a:schemeClr val="dk1"/>
              </a:solidFill>
              <a:latin typeface="Arial"/>
              <a:ea typeface="Arial"/>
              <a:cs typeface="Arial"/>
              <a:sym typeface="Arial"/>
            </a:endParaRPr>
          </a:p>
        </p:txBody>
      </p:sp>
      <p:sp>
        <p:nvSpPr>
          <p:cNvPr id="237" name="Google Shape;237;p4"/>
          <p:cNvSpPr txBox="1"/>
          <p:nvPr/>
        </p:nvSpPr>
        <p:spPr>
          <a:xfrm>
            <a:off x="7589520" y="2240280"/>
            <a:ext cx="4114800" cy="1234440"/>
          </a:xfrm>
          <a:prstGeom prst="rect">
            <a:avLst/>
          </a:prstGeom>
          <a:noFill/>
          <a:ln>
            <a:noFill/>
          </a:ln>
        </p:spPr>
        <p:txBody>
          <a:bodyPr anchorCtr="0" anchor="t" bIns="45700" lIns="45700" spcFirstLastPara="1" rIns="91425" wrap="square" tIns="45700">
            <a:spAutoFit/>
          </a:bodyPr>
          <a:lstStyle/>
          <a:p>
            <a:pPr indent="0" lvl="0" marL="0" marR="0" rtl="0" algn="l">
              <a:spcBef>
                <a:spcPts val="0"/>
              </a:spcBef>
              <a:spcAft>
                <a:spcPts val="0"/>
              </a:spcAft>
              <a:buClr>
                <a:srgbClr val="1F2B3C"/>
              </a:buClr>
              <a:buSzPts val="1150"/>
              <a:buFont typeface="Calibri"/>
              <a:buNone/>
            </a:pPr>
            <a:r>
              <a:rPr b="0" i="0" lang="en-GB" sz="1150" u="none" cap="none" strike="noStrike">
                <a:solidFill>
                  <a:srgbClr val="1F2B3C"/>
                </a:solidFill>
                <a:latin typeface="Calibri"/>
                <a:ea typeface="Calibri"/>
                <a:cs typeface="Calibri"/>
                <a:sym typeface="Calibri"/>
              </a:rPr>
              <a:t>Converted date to datetime, then extracted month, year and day into separate numeric features.</a:t>
            </a:r>
            <a:endParaRPr b="0" i="0" sz="1800" u="none" cap="none" strike="noStrike">
              <a:solidFill>
                <a:schemeClr val="dk1"/>
              </a:solidFill>
              <a:latin typeface="Arial"/>
              <a:ea typeface="Arial"/>
              <a:cs typeface="Arial"/>
              <a:sym typeface="Arial"/>
            </a:endParaRPr>
          </a:p>
        </p:txBody>
      </p:sp>
      <p:sp>
        <p:nvSpPr>
          <p:cNvPr id="238" name="Google Shape;238;p4"/>
          <p:cNvSpPr/>
          <p:nvPr/>
        </p:nvSpPr>
        <p:spPr>
          <a:xfrm>
            <a:off x="457200" y="3840480"/>
            <a:ext cx="5623560" cy="2194560"/>
          </a:xfrm>
          <a:prstGeom prst="roundRect">
            <a:avLst>
              <a:gd fmla="val 4000" name="adj"/>
            </a:avLst>
          </a:prstGeom>
          <a:solidFill>
            <a:srgbClr val="FFFFFF"/>
          </a:solidFill>
          <a:ln cap="flat" cmpd="sng" w="9525">
            <a:solidFill>
              <a:srgbClr val="B8D4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9" name="Google Shape;239;p4"/>
          <p:cNvSpPr/>
          <p:nvPr/>
        </p:nvSpPr>
        <p:spPr>
          <a:xfrm>
            <a:off x="777240" y="4114800"/>
            <a:ext cx="822960" cy="822960"/>
          </a:xfrm>
          <a:prstGeom prst="ellipse">
            <a:avLst/>
          </a:prstGeom>
          <a:solidFill>
            <a:srgbClr val="5FB3B3"/>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GB" sz="2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Arial"/>
              <a:ea typeface="Arial"/>
              <a:cs typeface="Arial"/>
              <a:sym typeface="Arial"/>
            </a:endParaRPr>
          </a:p>
        </p:txBody>
      </p:sp>
      <p:sp>
        <p:nvSpPr>
          <p:cNvPr id="240" name="Google Shape;240;p4"/>
          <p:cNvSpPr txBox="1"/>
          <p:nvPr/>
        </p:nvSpPr>
        <p:spPr>
          <a:xfrm>
            <a:off x="1783080" y="4160520"/>
            <a:ext cx="4114800" cy="457200"/>
          </a:xfrm>
          <a:prstGeom prst="rect">
            <a:avLst/>
          </a:prstGeom>
          <a:noFill/>
          <a:ln>
            <a:noFill/>
          </a:ln>
        </p:spPr>
        <p:txBody>
          <a:bodyPr anchorCtr="0" anchor="t" bIns="45700" lIns="45700" spcFirstLastPara="1" rIns="91425" wrap="square" tIns="45700">
            <a:spAutoFit/>
          </a:bodyPr>
          <a:lstStyle/>
          <a:p>
            <a:pPr indent="0" lvl="0" marL="0" marR="0" rtl="0" algn="l">
              <a:spcBef>
                <a:spcPts val="0"/>
              </a:spcBef>
              <a:spcAft>
                <a:spcPts val="0"/>
              </a:spcAft>
              <a:buClr>
                <a:srgbClr val="1E3A52"/>
              </a:buClr>
              <a:buSzPts val="1500"/>
              <a:buFont typeface="Calibri"/>
              <a:buNone/>
            </a:pPr>
            <a:r>
              <a:rPr b="1" i="0" lang="en-GB" sz="1500" u="none" cap="none" strike="noStrike">
                <a:solidFill>
                  <a:srgbClr val="1E3A52"/>
                </a:solidFill>
                <a:latin typeface="Calibri"/>
                <a:ea typeface="Calibri"/>
                <a:cs typeface="Calibri"/>
                <a:sym typeface="Calibri"/>
              </a:rPr>
              <a:t>Encoded state_holiday</a:t>
            </a:r>
            <a:endParaRPr b="0" i="0" sz="1800" u="none" cap="none" strike="noStrike">
              <a:solidFill>
                <a:schemeClr val="dk1"/>
              </a:solidFill>
              <a:latin typeface="Arial"/>
              <a:ea typeface="Arial"/>
              <a:cs typeface="Arial"/>
              <a:sym typeface="Arial"/>
            </a:endParaRPr>
          </a:p>
        </p:txBody>
      </p:sp>
      <p:sp>
        <p:nvSpPr>
          <p:cNvPr id="241" name="Google Shape;241;p4"/>
          <p:cNvSpPr txBox="1"/>
          <p:nvPr/>
        </p:nvSpPr>
        <p:spPr>
          <a:xfrm>
            <a:off x="1783080" y="4663440"/>
            <a:ext cx="4114800" cy="1234440"/>
          </a:xfrm>
          <a:prstGeom prst="rect">
            <a:avLst/>
          </a:prstGeom>
          <a:noFill/>
          <a:ln>
            <a:noFill/>
          </a:ln>
        </p:spPr>
        <p:txBody>
          <a:bodyPr anchorCtr="0" anchor="t" bIns="45700" lIns="45700" spcFirstLastPara="1" rIns="91425" wrap="square" tIns="45700">
            <a:spAutoFit/>
          </a:bodyPr>
          <a:lstStyle/>
          <a:p>
            <a:pPr indent="0" lvl="0" marL="0" marR="0" rtl="0" algn="l">
              <a:spcBef>
                <a:spcPts val="0"/>
              </a:spcBef>
              <a:spcAft>
                <a:spcPts val="0"/>
              </a:spcAft>
              <a:buClr>
                <a:srgbClr val="1F2B3C"/>
              </a:buClr>
              <a:buSzPts val="1150"/>
              <a:buFont typeface="Calibri"/>
              <a:buNone/>
            </a:pPr>
            <a:r>
              <a:rPr b="0" i="0" lang="en-GB" sz="1150" u="none" cap="none" strike="noStrike">
                <a:solidFill>
                  <a:srgbClr val="1F2B3C"/>
                </a:solidFill>
                <a:latin typeface="Calibri"/>
                <a:ea typeface="Calibri"/>
                <a:cs typeface="Calibri"/>
                <a:sym typeface="Calibri"/>
              </a:rPr>
              <a:t>The column had letters (a, b, c) for holiday types. We replaced them with 1 (holiday) and kept 0 (no holiday).</a:t>
            </a:r>
            <a:endParaRPr b="0" i="0" sz="1800" u="none" cap="none" strike="noStrike">
              <a:solidFill>
                <a:schemeClr val="dk1"/>
              </a:solidFill>
              <a:latin typeface="Arial"/>
              <a:ea typeface="Arial"/>
              <a:cs typeface="Arial"/>
              <a:sym typeface="Arial"/>
            </a:endParaRPr>
          </a:p>
        </p:txBody>
      </p:sp>
      <p:sp>
        <p:nvSpPr>
          <p:cNvPr id="242" name="Google Shape;242;p4"/>
          <p:cNvSpPr/>
          <p:nvPr/>
        </p:nvSpPr>
        <p:spPr>
          <a:xfrm>
            <a:off x="6263640" y="3840480"/>
            <a:ext cx="5623560" cy="2194560"/>
          </a:xfrm>
          <a:prstGeom prst="roundRect">
            <a:avLst>
              <a:gd fmla="val 4000" name="adj"/>
            </a:avLst>
          </a:prstGeom>
          <a:solidFill>
            <a:srgbClr val="FFFFFF"/>
          </a:solidFill>
          <a:ln cap="flat" cmpd="sng" w="9525">
            <a:solidFill>
              <a:srgbClr val="B8D4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3" name="Google Shape;243;p4"/>
          <p:cNvSpPr/>
          <p:nvPr/>
        </p:nvSpPr>
        <p:spPr>
          <a:xfrm>
            <a:off x="6583680" y="4114800"/>
            <a:ext cx="822960" cy="822960"/>
          </a:xfrm>
          <a:prstGeom prst="ellipse">
            <a:avLst/>
          </a:prstGeom>
          <a:solidFill>
            <a:srgbClr val="4A9B7A"/>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GB" sz="2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Arial"/>
              <a:ea typeface="Arial"/>
              <a:cs typeface="Arial"/>
              <a:sym typeface="Arial"/>
            </a:endParaRPr>
          </a:p>
        </p:txBody>
      </p:sp>
      <p:sp>
        <p:nvSpPr>
          <p:cNvPr id="244" name="Google Shape;244;p4"/>
          <p:cNvSpPr txBox="1"/>
          <p:nvPr/>
        </p:nvSpPr>
        <p:spPr>
          <a:xfrm>
            <a:off x="7589520" y="4160520"/>
            <a:ext cx="4114800" cy="457200"/>
          </a:xfrm>
          <a:prstGeom prst="rect">
            <a:avLst/>
          </a:prstGeom>
          <a:noFill/>
          <a:ln>
            <a:noFill/>
          </a:ln>
        </p:spPr>
        <p:txBody>
          <a:bodyPr anchorCtr="0" anchor="t" bIns="45700" lIns="45700" spcFirstLastPara="1" rIns="91425" wrap="square" tIns="45700">
            <a:spAutoFit/>
          </a:bodyPr>
          <a:lstStyle/>
          <a:p>
            <a:pPr indent="0" lvl="0" marL="0" marR="0" rtl="0" algn="l">
              <a:spcBef>
                <a:spcPts val="0"/>
              </a:spcBef>
              <a:spcAft>
                <a:spcPts val="0"/>
              </a:spcAft>
              <a:buClr>
                <a:srgbClr val="1E3A52"/>
              </a:buClr>
              <a:buSzPts val="1500"/>
              <a:buFont typeface="Calibri"/>
              <a:buNone/>
            </a:pPr>
            <a:r>
              <a:rPr b="1" i="0" lang="en-GB" sz="1500" u="none" cap="none" strike="noStrike">
                <a:solidFill>
                  <a:srgbClr val="1E3A52"/>
                </a:solidFill>
                <a:latin typeface="Calibri"/>
                <a:ea typeface="Calibri"/>
                <a:cs typeface="Calibri"/>
                <a:sym typeface="Calibri"/>
              </a:rPr>
              <a:t>Checked for missing values</a:t>
            </a:r>
            <a:endParaRPr b="0" i="0" sz="1800" u="none" cap="none" strike="noStrike">
              <a:solidFill>
                <a:schemeClr val="dk1"/>
              </a:solidFill>
              <a:latin typeface="Arial"/>
              <a:ea typeface="Arial"/>
              <a:cs typeface="Arial"/>
              <a:sym typeface="Arial"/>
            </a:endParaRPr>
          </a:p>
        </p:txBody>
      </p:sp>
      <p:sp>
        <p:nvSpPr>
          <p:cNvPr id="245" name="Google Shape;245;p4"/>
          <p:cNvSpPr txBox="1"/>
          <p:nvPr/>
        </p:nvSpPr>
        <p:spPr>
          <a:xfrm>
            <a:off x="7589520" y="4663440"/>
            <a:ext cx="4114800" cy="1234440"/>
          </a:xfrm>
          <a:prstGeom prst="rect">
            <a:avLst/>
          </a:prstGeom>
          <a:noFill/>
          <a:ln>
            <a:noFill/>
          </a:ln>
        </p:spPr>
        <p:txBody>
          <a:bodyPr anchorCtr="0" anchor="t" bIns="45700" lIns="45700" spcFirstLastPara="1" rIns="91425" wrap="square" tIns="45700">
            <a:spAutoFit/>
          </a:bodyPr>
          <a:lstStyle/>
          <a:p>
            <a:pPr indent="0" lvl="0" marL="0" marR="0" rtl="0" algn="l">
              <a:spcBef>
                <a:spcPts val="0"/>
              </a:spcBef>
              <a:spcAft>
                <a:spcPts val="0"/>
              </a:spcAft>
              <a:buClr>
                <a:srgbClr val="1F2B3C"/>
              </a:buClr>
              <a:buSzPts val="1150"/>
              <a:buFont typeface="Calibri"/>
              <a:buNone/>
            </a:pPr>
            <a:r>
              <a:rPr b="0" i="0" lang="en-GB" sz="1150" u="none" cap="none" strike="noStrike">
                <a:solidFill>
                  <a:srgbClr val="1F2B3C"/>
                </a:solidFill>
                <a:latin typeface="Calibri"/>
                <a:ea typeface="Calibri"/>
                <a:cs typeface="Calibri"/>
                <a:sym typeface="Calibri"/>
              </a:rPr>
              <a:t>Ran isna().sum() — no NaN values were found, so no imputation was needed.</a:t>
            </a:r>
            <a:endParaRPr b="0" i="0" sz="1800" u="none" cap="none" strike="noStrike">
              <a:solidFill>
                <a:schemeClr val="dk1"/>
              </a:solidFill>
              <a:latin typeface="Arial"/>
              <a:ea typeface="Arial"/>
              <a:cs typeface="Arial"/>
              <a:sym typeface="Arial"/>
            </a:endParaRPr>
          </a:p>
        </p:txBody>
      </p:sp>
      <p:sp>
        <p:nvSpPr>
          <p:cNvPr id="246" name="Google Shape;246;p4"/>
          <p:cNvSpPr/>
          <p:nvPr/>
        </p:nvSpPr>
        <p:spPr>
          <a:xfrm>
            <a:off x="457200" y="6217925"/>
            <a:ext cx="11008800" cy="502800"/>
          </a:xfrm>
          <a:prstGeom prst="rect">
            <a:avLst/>
          </a:prstGeom>
          <a:solidFill>
            <a:srgbClr val="1E3A52"/>
          </a:solidFill>
          <a:ln>
            <a:noFill/>
          </a:ln>
        </p:spPr>
        <p:txBody>
          <a:bodyPr anchorCtr="0" anchor="ctr" bIns="45700" lIns="274300" spcFirstLastPara="1" rIns="274300" wrap="square" tIns="45700">
            <a:noAutofit/>
          </a:bodyPr>
          <a:lstStyle/>
          <a:p>
            <a:pPr indent="0" lvl="0" marL="0" marR="0" rtl="0" algn="l">
              <a:spcBef>
                <a:spcPts val="0"/>
              </a:spcBef>
              <a:spcAft>
                <a:spcPts val="0"/>
              </a:spcAft>
              <a:buClr>
                <a:srgbClr val="B8D4E3"/>
              </a:buClr>
              <a:buSzPts val="1200"/>
              <a:buFont typeface="Calibri"/>
              <a:buNone/>
            </a:pPr>
            <a:r>
              <a:rPr b="1" i="0" lang="en-GB" sz="1200" u="none" cap="none" strike="noStrike">
                <a:solidFill>
                  <a:srgbClr val="B8D4E3"/>
                </a:solidFill>
                <a:latin typeface="Calibri"/>
                <a:ea typeface="Calibri"/>
                <a:cs typeface="Calibri"/>
                <a:sym typeface="Calibri"/>
              </a:rPr>
              <a:t>Result:  </a:t>
            </a:r>
            <a:r>
              <a:rPr b="0" i="0" lang="en-GB" sz="1200" u="none" cap="none" strike="noStrike">
                <a:solidFill>
                  <a:srgbClr val="FFFFFF"/>
                </a:solidFill>
                <a:latin typeface="Calibri"/>
                <a:ea typeface="Calibri"/>
                <a:cs typeface="Calibri"/>
                <a:sym typeface="Calibri"/>
              </a:rPr>
              <a:t>a clean numeric dataset with extracted time features, ready for modelling.</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5"/>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600"/>
              <a:buFont typeface="Play"/>
              <a:buNone/>
            </a:pPr>
            <a:r>
              <a:rPr lang="en-GB"/>
              <a:t>DATA INSIGHTS</a:t>
            </a:r>
            <a:endParaRPr/>
          </a:p>
        </p:txBody>
      </p:sp>
      <p:sp>
        <p:nvSpPr>
          <p:cNvPr id="252" name="Google Shape;252;p5"/>
          <p:cNvSpPr txBox="1"/>
          <p:nvPr/>
        </p:nvSpPr>
        <p:spPr>
          <a:xfrm>
            <a:off x="457200" y="777240"/>
            <a:ext cx="7315200" cy="3657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6B7A8B"/>
              </a:buClr>
              <a:buSzPts val="1400"/>
              <a:buFont typeface="Calibri"/>
              <a:buNone/>
            </a:pPr>
            <a:r>
              <a:rPr b="0" i="0" lang="en-GB" sz="1400" u="none" cap="none" strike="noStrike">
                <a:solidFill>
                  <a:srgbClr val="6B7A8B"/>
                </a:solidFill>
                <a:latin typeface="Calibri"/>
                <a:ea typeface="Calibri"/>
                <a:cs typeface="Calibri"/>
                <a:sym typeface="Calibri"/>
              </a:rPr>
              <a:t>Sales distribution and outliers</a:t>
            </a:r>
            <a:endParaRPr b="0" i="0" sz="1800" u="none" cap="none" strike="noStrike">
              <a:solidFill>
                <a:schemeClr val="dk1"/>
              </a:solidFill>
              <a:latin typeface="Arial"/>
              <a:ea typeface="Arial"/>
              <a:cs typeface="Arial"/>
              <a:sym typeface="Arial"/>
            </a:endParaRPr>
          </a:p>
        </p:txBody>
      </p:sp>
      <p:pic>
        <p:nvPicPr>
          <p:cNvPr descr="1_distribution.png" id="253" name="Google Shape;253;p5"/>
          <p:cNvPicPr preferRelativeResize="0"/>
          <p:nvPr/>
        </p:nvPicPr>
        <p:blipFill rotWithShape="1">
          <a:blip r:embed="rId3">
            <a:alphaModFix/>
          </a:blip>
          <a:srcRect b="0" l="0" r="0" t="0"/>
          <a:stretch/>
        </p:blipFill>
        <p:spPr>
          <a:xfrm>
            <a:off x="365760" y="1280160"/>
            <a:ext cx="5303520" cy="2926080"/>
          </a:xfrm>
          <a:prstGeom prst="rect">
            <a:avLst/>
          </a:prstGeom>
          <a:noFill/>
          <a:ln>
            <a:noFill/>
          </a:ln>
        </p:spPr>
      </p:pic>
      <p:pic>
        <p:nvPicPr>
          <p:cNvPr descr="2_boxplot.png" id="254" name="Google Shape;254;p5"/>
          <p:cNvPicPr preferRelativeResize="0"/>
          <p:nvPr/>
        </p:nvPicPr>
        <p:blipFill rotWithShape="1">
          <a:blip r:embed="rId4">
            <a:alphaModFix/>
          </a:blip>
          <a:srcRect b="0" l="0" r="0" t="0"/>
          <a:stretch/>
        </p:blipFill>
        <p:spPr>
          <a:xfrm>
            <a:off x="5852160" y="1280160"/>
            <a:ext cx="5943600" cy="2286000"/>
          </a:xfrm>
          <a:prstGeom prst="rect">
            <a:avLst/>
          </a:prstGeom>
          <a:noFill/>
          <a:ln>
            <a:noFill/>
          </a:ln>
        </p:spPr>
      </p:pic>
      <p:sp>
        <p:nvSpPr>
          <p:cNvPr id="255" name="Google Shape;255;p5"/>
          <p:cNvSpPr/>
          <p:nvPr/>
        </p:nvSpPr>
        <p:spPr>
          <a:xfrm>
            <a:off x="365760" y="4389120"/>
            <a:ext cx="11430000" cy="2011680"/>
          </a:xfrm>
          <a:prstGeom prst="rect">
            <a:avLst/>
          </a:prstGeom>
          <a:solidFill>
            <a:srgbClr val="F4F7FA"/>
          </a:solidFill>
          <a:ln cap="flat" cmpd="sng" w="9525">
            <a:solidFill>
              <a:srgbClr val="B8D4E3"/>
            </a:solidFill>
            <a:prstDash val="solid"/>
            <a:round/>
            <a:headEnd len="sm" w="sm" type="none"/>
            <a:tailEnd len="sm" w="sm" type="none"/>
          </a:ln>
        </p:spPr>
        <p:txBody>
          <a:bodyPr anchorCtr="0" anchor="ctr" bIns="182875" lIns="274300" spcFirstLastPara="1" rIns="274300" wrap="square" tIns="182875">
            <a:noAutofit/>
          </a:bodyPr>
          <a:lstStyle/>
          <a:p>
            <a:pPr indent="0" lvl="0" marL="0" marR="0" rtl="0" algn="l">
              <a:spcBef>
                <a:spcPts val="0"/>
              </a:spcBef>
              <a:spcAft>
                <a:spcPts val="0"/>
              </a:spcAft>
              <a:buClr>
                <a:srgbClr val="2C4A63"/>
              </a:buClr>
              <a:buSzPts val="1300"/>
              <a:buFont typeface="Calibri"/>
              <a:buNone/>
            </a:pPr>
            <a:r>
              <a:rPr b="1" i="0" lang="en-GB" sz="1300" u="none" cap="none" strike="noStrike">
                <a:solidFill>
                  <a:srgbClr val="2C4A63"/>
                </a:solidFill>
                <a:latin typeface="Calibri"/>
                <a:ea typeface="Calibri"/>
                <a:cs typeface="Calibri"/>
                <a:sym typeface="Calibri"/>
              </a:rPr>
              <a:t>Key findings</a:t>
            </a:r>
            <a:endParaRPr b="0" i="0" sz="1800" u="none" cap="none" strike="noStrike">
              <a:solidFill>
                <a:schemeClr val="dk1"/>
              </a:solidFill>
              <a:latin typeface="Arial"/>
              <a:ea typeface="Arial"/>
              <a:cs typeface="Arial"/>
              <a:sym typeface="Arial"/>
            </a:endParaRPr>
          </a:p>
          <a:p>
            <a:pPr indent="0" lvl="0" marL="0" marR="0" rtl="0" algn="l">
              <a:spcBef>
                <a:spcPts val="800"/>
              </a:spcBef>
              <a:spcAft>
                <a:spcPts val="0"/>
              </a:spcAft>
              <a:buClr>
                <a:srgbClr val="1F2B3C"/>
              </a:buClr>
              <a:buSzPts val="1200"/>
              <a:buFont typeface="Calibri"/>
              <a:buNone/>
            </a:pPr>
            <a:r>
              <a:rPr b="0" i="0" lang="en-GB" sz="1200" u="none" cap="none" strike="noStrike">
                <a:solidFill>
                  <a:srgbClr val="1F2B3C"/>
                </a:solidFill>
                <a:latin typeface="Calibri"/>
                <a:ea typeface="Calibri"/>
                <a:cs typeface="Calibri"/>
                <a:sym typeface="Calibri"/>
              </a:rPr>
              <a:t>•  Right-skewed distribution (skewness = 1.60) — most sales are concentrated at low values</a:t>
            </a:r>
            <a:endParaRPr b="0" i="0" sz="1800" u="none" cap="none" strike="noStrike">
              <a:solidFill>
                <a:schemeClr val="dk1"/>
              </a:solidFill>
              <a:latin typeface="Arial"/>
              <a:ea typeface="Arial"/>
              <a:cs typeface="Arial"/>
              <a:sym typeface="Arial"/>
            </a:endParaRPr>
          </a:p>
          <a:p>
            <a:pPr indent="0" lvl="0" marL="0" marR="0" rtl="0" algn="l">
              <a:spcBef>
                <a:spcPts val="400"/>
              </a:spcBef>
              <a:spcAft>
                <a:spcPts val="0"/>
              </a:spcAft>
              <a:buClr>
                <a:srgbClr val="1F2B3C"/>
              </a:buClr>
              <a:buSzPts val="1200"/>
              <a:buFont typeface="Calibri"/>
              <a:buNone/>
            </a:pPr>
            <a:r>
              <a:rPr b="0" i="0" lang="en-GB" sz="1200" u="none" cap="none" strike="noStrike">
                <a:solidFill>
                  <a:srgbClr val="1F2B3C"/>
                </a:solidFill>
                <a:latin typeface="Calibri"/>
                <a:ea typeface="Calibri"/>
                <a:cs typeface="Calibri"/>
                <a:sym typeface="Calibri"/>
              </a:rPr>
              <a:t>•  Significant outliers present, reaching above 40,000 in sales</a:t>
            </a:r>
            <a:endParaRPr b="0" i="0" sz="1800" u="none" cap="none" strike="noStrike">
              <a:solidFill>
                <a:schemeClr val="dk1"/>
              </a:solidFill>
              <a:latin typeface="Arial"/>
              <a:ea typeface="Arial"/>
              <a:cs typeface="Arial"/>
              <a:sym typeface="Arial"/>
            </a:endParaRPr>
          </a:p>
          <a:p>
            <a:pPr indent="0" lvl="0" marL="0" marR="0" rtl="0" algn="l">
              <a:spcBef>
                <a:spcPts val="400"/>
              </a:spcBef>
              <a:spcAft>
                <a:spcPts val="0"/>
              </a:spcAft>
              <a:buClr>
                <a:srgbClr val="1F2B3C"/>
              </a:buClr>
              <a:buSzPts val="1200"/>
              <a:buFont typeface="Calibri"/>
              <a:buNone/>
            </a:pPr>
            <a:r>
              <a:rPr b="0" i="0" lang="en-GB" sz="1200" u="none" cap="none" strike="noStrike">
                <a:solidFill>
                  <a:srgbClr val="1F2B3C"/>
                </a:solidFill>
                <a:latin typeface="Calibri"/>
                <a:ea typeface="Calibri"/>
                <a:cs typeface="Calibri"/>
                <a:sym typeface="Calibri"/>
              </a:rPr>
              <a:t>•  Linear and distance-based models (KNN) will struggle — tree-based models are expected to perform better</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6"/>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600"/>
              <a:buFont typeface="Play"/>
              <a:buNone/>
            </a:pPr>
            <a:r>
              <a:rPr lang="en-GB"/>
              <a:t>DATA INSIGHTS</a:t>
            </a:r>
            <a:endParaRPr/>
          </a:p>
        </p:txBody>
      </p:sp>
      <p:sp>
        <p:nvSpPr>
          <p:cNvPr id="261" name="Google Shape;261;p6"/>
          <p:cNvSpPr txBox="1"/>
          <p:nvPr/>
        </p:nvSpPr>
        <p:spPr>
          <a:xfrm>
            <a:off x="457200" y="777240"/>
            <a:ext cx="7315200" cy="3657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6B7A8B"/>
              </a:buClr>
              <a:buSzPts val="1400"/>
              <a:buFont typeface="Calibri"/>
              <a:buNone/>
            </a:pPr>
            <a:r>
              <a:rPr b="0" i="0" lang="en-GB" sz="1400" u="none" cap="none" strike="noStrike">
                <a:solidFill>
                  <a:srgbClr val="6B7A8B"/>
                </a:solidFill>
                <a:latin typeface="Calibri"/>
                <a:ea typeface="Calibri"/>
                <a:cs typeface="Calibri"/>
                <a:sym typeface="Calibri"/>
              </a:rPr>
              <a:t>Feature correlations and key drivers</a:t>
            </a:r>
            <a:endParaRPr b="0" i="0" sz="1800" u="none" cap="none" strike="noStrike">
              <a:solidFill>
                <a:schemeClr val="dk1"/>
              </a:solidFill>
              <a:latin typeface="Arial"/>
              <a:ea typeface="Arial"/>
              <a:cs typeface="Arial"/>
              <a:sym typeface="Arial"/>
            </a:endParaRPr>
          </a:p>
        </p:txBody>
      </p:sp>
      <p:pic>
        <p:nvPicPr>
          <p:cNvPr descr="3_heatmap.png" id="262" name="Google Shape;262;p6"/>
          <p:cNvPicPr preferRelativeResize="0"/>
          <p:nvPr/>
        </p:nvPicPr>
        <p:blipFill rotWithShape="1">
          <a:blip r:embed="rId3">
            <a:alphaModFix/>
          </a:blip>
          <a:srcRect b="0" l="0" r="0" t="0"/>
          <a:stretch/>
        </p:blipFill>
        <p:spPr>
          <a:xfrm>
            <a:off x="274320" y="1280160"/>
            <a:ext cx="5760720" cy="4572000"/>
          </a:xfrm>
          <a:prstGeom prst="rect">
            <a:avLst/>
          </a:prstGeom>
          <a:noFill/>
          <a:ln>
            <a:noFill/>
          </a:ln>
        </p:spPr>
      </p:pic>
      <p:pic>
        <p:nvPicPr>
          <p:cNvPr descr="4_scatter.png" id="263" name="Google Shape;263;p6"/>
          <p:cNvPicPr preferRelativeResize="0"/>
          <p:nvPr/>
        </p:nvPicPr>
        <p:blipFill rotWithShape="1">
          <a:blip r:embed="rId4">
            <a:alphaModFix/>
          </a:blip>
          <a:srcRect b="0" l="0" r="0" t="0"/>
          <a:stretch/>
        </p:blipFill>
        <p:spPr>
          <a:xfrm>
            <a:off x="6217920" y="1280160"/>
            <a:ext cx="5486400" cy="3200400"/>
          </a:xfrm>
          <a:prstGeom prst="rect">
            <a:avLst/>
          </a:prstGeom>
          <a:noFill/>
          <a:ln>
            <a:noFill/>
          </a:ln>
        </p:spPr>
      </p:pic>
      <p:sp>
        <p:nvSpPr>
          <p:cNvPr id="264" name="Google Shape;264;p6"/>
          <p:cNvSpPr/>
          <p:nvPr/>
        </p:nvSpPr>
        <p:spPr>
          <a:xfrm>
            <a:off x="6217920" y="4663440"/>
            <a:ext cx="2560320" cy="1463040"/>
          </a:xfrm>
          <a:prstGeom prst="rect">
            <a:avLst/>
          </a:prstGeom>
          <a:solidFill>
            <a:srgbClr val="2C4A63"/>
          </a:solidFill>
          <a:ln>
            <a:noFill/>
          </a:ln>
        </p:spPr>
        <p:txBody>
          <a:bodyPr anchorCtr="0" anchor="ctr" bIns="45700" lIns="137150" spcFirstLastPara="1" rIns="137150" wrap="square" tIns="137150">
            <a:noAutofit/>
          </a:bodyPr>
          <a:lstStyle/>
          <a:p>
            <a:pPr indent="0" lvl="0" marL="0" marR="0" rtl="0" algn="ctr">
              <a:spcBef>
                <a:spcPts val="0"/>
              </a:spcBef>
              <a:spcAft>
                <a:spcPts val="0"/>
              </a:spcAft>
              <a:buClr>
                <a:srgbClr val="FFFFFF"/>
              </a:buClr>
              <a:buSzPts val="3600"/>
              <a:buFont typeface="Calibri"/>
              <a:buNone/>
            </a:pPr>
            <a:r>
              <a:rPr b="1" i="0" lang="en-GB" sz="3600" u="none" cap="none" strike="noStrike">
                <a:solidFill>
                  <a:srgbClr val="FFFFFF"/>
                </a:solidFill>
                <a:latin typeface="Calibri"/>
                <a:ea typeface="Calibri"/>
                <a:cs typeface="Calibri"/>
                <a:sym typeface="Calibri"/>
              </a:rPr>
              <a:t>0.82</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B8D4E3"/>
              </a:buClr>
              <a:buSzPts val="1100"/>
              <a:buFont typeface="Calibri"/>
              <a:buNone/>
            </a:pPr>
            <a:r>
              <a:rPr b="0" i="0" lang="en-GB" sz="1100" u="none" cap="none" strike="noStrike">
                <a:solidFill>
                  <a:srgbClr val="B8D4E3"/>
                </a:solidFill>
                <a:latin typeface="Calibri"/>
                <a:ea typeface="Calibri"/>
                <a:cs typeface="Calibri"/>
                <a:sym typeface="Calibri"/>
              </a:rPr>
              <a:t>Customers × Sales</a:t>
            </a:r>
            <a:endParaRPr b="0" i="0" sz="1800" u="none" cap="none" strike="noStrike">
              <a:solidFill>
                <a:schemeClr val="dk1"/>
              </a:solidFill>
              <a:latin typeface="Arial"/>
              <a:ea typeface="Arial"/>
              <a:cs typeface="Arial"/>
              <a:sym typeface="Arial"/>
            </a:endParaRPr>
          </a:p>
        </p:txBody>
      </p:sp>
      <p:sp>
        <p:nvSpPr>
          <p:cNvPr id="265" name="Google Shape;265;p6"/>
          <p:cNvSpPr/>
          <p:nvPr/>
        </p:nvSpPr>
        <p:spPr>
          <a:xfrm>
            <a:off x="9052560" y="4663440"/>
            <a:ext cx="2560320" cy="1463040"/>
          </a:xfrm>
          <a:prstGeom prst="rect">
            <a:avLst/>
          </a:prstGeom>
          <a:solidFill>
            <a:srgbClr val="B8D4E3"/>
          </a:solidFill>
          <a:ln>
            <a:noFill/>
          </a:ln>
        </p:spPr>
        <p:txBody>
          <a:bodyPr anchorCtr="0" anchor="ctr" bIns="45700" lIns="137150" spcFirstLastPara="1" rIns="137150" wrap="square" tIns="137150">
            <a:noAutofit/>
          </a:bodyPr>
          <a:lstStyle/>
          <a:p>
            <a:pPr indent="0" lvl="0" marL="0" marR="0" rtl="0" algn="ctr">
              <a:spcBef>
                <a:spcPts val="0"/>
              </a:spcBef>
              <a:spcAft>
                <a:spcPts val="0"/>
              </a:spcAft>
              <a:buClr>
                <a:srgbClr val="2C4A63"/>
              </a:buClr>
              <a:buSzPts val="3600"/>
              <a:buFont typeface="Calibri"/>
              <a:buNone/>
            </a:pPr>
            <a:r>
              <a:rPr b="1" i="0" lang="en-GB" sz="3600" u="none" cap="none" strike="noStrike">
                <a:solidFill>
                  <a:srgbClr val="2C4A63"/>
                </a:solidFill>
                <a:latin typeface="Calibri"/>
                <a:ea typeface="Calibri"/>
                <a:cs typeface="Calibri"/>
                <a:sym typeface="Calibri"/>
              </a:rPr>
              <a:t>0.37</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C4A63"/>
              </a:buClr>
              <a:buSzPts val="1100"/>
              <a:buFont typeface="Calibri"/>
              <a:buNone/>
            </a:pPr>
            <a:r>
              <a:rPr b="0" i="0" lang="en-GB" sz="1100" u="none" cap="none" strike="noStrike">
                <a:solidFill>
                  <a:srgbClr val="2C4A63"/>
                </a:solidFill>
                <a:latin typeface="Calibri"/>
                <a:ea typeface="Calibri"/>
                <a:cs typeface="Calibri"/>
                <a:sym typeface="Calibri"/>
              </a:rPr>
              <a:t>Promotion × Sales</a:t>
            </a:r>
            <a:endParaRPr b="0" i="0" sz="1800" u="none" cap="none" strike="noStrike">
              <a:solidFill>
                <a:schemeClr val="dk1"/>
              </a:solidFill>
              <a:latin typeface="Arial"/>
              <a:ea typeface="Arial"/>
              <a:cs typeface="Arial"/>
              <a:sym typeface="Arial"/>
            </a:endParaRPr>
          </a:p>
        </p:txBody>
      </p:sp>
      <p:sp>
        <p:nvSpPr>
          <p:cNvPr id="266" name="Google Shape;266;p6"/>
          <p:cNvSpPr txBox="1"/>
          <p:nvPr/>
        </p:nvSpPr>
        <p:spPr>
          <a:xfrm>
            <a:off x="274320" y="6172200"/>
            <a:ext cx="11704320" cy="4572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6B7A8B"/>
              </a:buClr>
              <a:buSzPts val="1100"/>
              <a:buFont typeface="Calibri"/>
              <a:buNone/>
            </a:pPr>
            <a:r>
              <a:rPr b="0" i="0" lang="en-GB" sz="1100" u="none" cap="none" strike="noStrike">
                <a:solidFill>
                  <a:srgbClr val="6B7A8B"/>
                </a:solidFill>
                <a:latin typeface="Calibri"/>
                <a:ea typeface="Calibri"/>
                <a:cs typeface="Calibri"/>
                <a:sym typeface="Calibri"/>
              </a:rPr>
              <a:t>Number of customers is by far the strongest predictor. Promotions have moderate impact. Holidays and calendar features show weak direct correlation.</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7"/>
          <p:cNvSpPr txBox="1"/>
          <p:nvPr/>
        </p:nvSpPr>
        <p:spPr>
          <a:xfrm>
            <a:off x="365760" y="365760"/>
            <a:ext cx="9144000" cy="43710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chemeClr val="dk1"/>
              </a:buClr>
              <a:buSzPts val="2600"/>
              <a:buFont typeface="Play"/>
              <a:buNone/>
            </a:pPr>
            <a:r>
              <a:rPr b="1" i="0" lang="en-GB" sz="2600" u="none" cap="none" strike="noStrike">
                <a:solidFill>
                  <a:schemeClr val="dk1"/>
                </a:solidFill>
                <a:latin typeface="Play"/>
                <a:ea typeface="Play"/>
                <a:cs typeface="Play"/>
                <a:sym typeface="Play"/>
              </a:rPr>
              <a:t>FEATURE ENGINEERING &amp; TRAIN/VALIDATION SPLIT</a:t>
            </a:r>
            <a:endParaRPr b="0" i="0" sz="1800" u="none" cap="none" strike="noStrike">
              <a:solidFill>
                <a:schemeClr val="dk1"/>
              </a:solidFill>
              <a:latin typeface="Arial"/>
              <a:ea typeface="Arial"/>
              <a:cs typeface="Arial"/>
              <a:sym typeface="Arial"/>
            </a:endParaRPr>
          </a:p>
        </p:txBody>
      </p:sp>
      <p:sp>
        <p:nvSpPr>
          <p:cNvPr id="272" name="Google Shape;272;p7"/>
          <p:cNvSpPr txBox="1"/>
          <p:nvPr/>
        </p:nvSpPr>
        <p:spPr>
          <a:xfrm>
            <a:off x="457200" y="914400"/>
            <a:ext cx="7315200" cy="3657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6B7A8B"/>
              </a:buClr>
              <a:buSzPts val="1300"/>
              <a:buFont typeface="Calibri"/>
              <a:buNone/>
            </a:pPr>
            <a:r>
              <a:rPr b="0" i="0" lang="en-GB" sz="1300" u="none" cap="none" strike="noStrike">
                <a:solidFill>
                  <a:srgbClr val="6B7A8B"/>
                </a:solidFill>
                <a:latin typeface="Calibri"/>
                <a:ea typeface="Calibri"/>
                <a:cs typeface="Calibri"/>
                <a:sym typeface="Calibri"/>
              </a:rPr>
              <a:t>Preparing the data for modelling</a:t>
            </a:r>
            <a:endParaRPr b="0" i="0" sz="1800" u="none" cap="none" strike="noStrike">
              <a:solidFill>
                <a:schemeClr val="dk1"/>
              </a:solidFill>
              <a:latin typeface="Arial"/>
              <a:ea typeface="Arial"/>
              <a:cs typeface="Arial"/>
              <a:sym typeface="Arial"/>
            </a:endParaRPr>
          </a:p>
        </p:txBody>
      </p:sp>
      <p:sp>
        <p:nvSpPr>
          <p:cNvPr id="273" name="Google Shape;273;p7"/>
          <p:cNvSpPr/>
          <p:nvPr/>
        </p:nvSpPr>
        <p:spPr>
          <a:xfrm>
            <a:off x="365750" y="1554475"/>
            <a:ext cx="5669400" cy="3840600"/>
          </a:xfrm>
          <a:prstGeom prst="rect">
            <a:avLst/>
          </a:prstGeom>
          <a:solidFill>
            <a:srgbClr val="F4F7FA"/>
          </a:solidFill>
          <a:ln cap="flat" cmpd="sng" w="9525">
            <a:solidFill>
              <a:srgbClr val="B8D4E3"/>
            </a:solidFill>
            <a:prstDash val="solid"/>
            <a:round/>
            <a:headEnd len="sm" w="sm" type="none"/>
            <a:tailEnd len="sm" w="sm" type="none"/>
          </a:ln>
        </p:spPr>
        <p:txBody>
          <a:bodyPr anchorCtr="0" anchor="ctr" bIns="45700" lIns="274300" spcFirstLastPara="1" rIns="274300" wrap="square" tIns="228600">
            <a:noAutofit/>
          </a:bodyPr>
          <a:lstStyle/>
          <a:p>
            <a:pPr indent="0" lvl="0" marL="0" marR="0" rtl="0" algn="l">
              <a:spcBef>
                <a:spcPts val="0"/>
              </a:spcBef>
              <a:spcAft>
                <a:spcPts val="0"/>
              </a:spcAft>
              <a:buClr>
                <a:srgbClr val="2C4A63"/>
              </a:buClr>
              <a:buSzPts val="1500"/>
              <a:buFont typeface="Calibri"/>
              <a:buNone/>
            </a:pPr>
            <a:r>
              <a:rPr b="1" i="0" lang="en-GB" sz="1500" u="none" cap="none" strike="noStrike">
                <a:solidFill>
                  <a:srgbClr val="2C4A63"/>
                </a:solidFill>
                <a:latin typeface="Calibri"/>
                <a:ea typeface="Calibri"/>
                <a:cs typeface="Calibri"/>
                <a:sym typeface="Calibri"/>
              </a:rPr>
              <a:t>Features used for prediction</a:t>
            </a:r>
            <a:endParaRPr b="0" i="0" sz="1800" u="none" cap="none" strike="noStrike">
              <a:solidFill>
                <a:schemeClr val="dk1"/>
              </a:solidFill>
              <a:latin typeface="Arial"/>
              <a:ea typeface="Arial"/>
              <a:cs typeface="Arial"/>
              <a:sym typeface="Arial"/>
            </a:endParaRPr>
          </a:p>
          <a:p>
            <a:pPr indent="0" lvl="0" marL="0" marR="0" rtl="0" algn="l">
              <a:spcBef>
                <a:spcPts val="600"/>
              </a:spcBef>
              <a:spcAft>
                <a:spcPts val="0"/>
              </a:spcAft>
              <a:buClr>
                <a:srgbClr val="1F2B3C"/>
              </a:buClr>
              <a:buSzPts val="1200"/>
              <a:buFont typeface="Calibri"/>
              <a:buNone/>
            </a:pPr>
            <a:r>
              <a:rPr b="1" i="0" lang="en-GB" sz="1200" u="none" cap="none" strike="noStrike">
                <a:solidFill>
                  <a:srgbClr val="1F2B3C"/>
                </a:solidFill>
                <a:latin typeface="Calibri"/>
                <a:ea typeface="Calibri"/>
                <a:cs typeface="Calibri"/>
                <a:sym typeface="Calibri"/>
              </a:rPr>
              <a:t>•  day_of_week  </a:t>
            </a:r>
            <a:r>
              <a:rPr b="0" i="1" lang="en-GB" sz="1200" u="none" cap="none" strike="noStrike">
                <a:solidFill>
                  <a:srgbClr val="6B7A8B"/>
                </a:solidFill>
                <a:latin typeface="Calibri"/>
                <a:ea typeface="Calibri"/>
                <a:cs typeface="Calibri"/>
                <a:sym typeface="Calibri"/>
              </a:rPr>
              <a:t>— 1 to 7</a:t>
            </a:r>
            <a:endParaRPr b="0" i="0" sz="1800" u="none" cap="none" strike="noStrike">
              <a:solidFill>
                <a:schemeClr val="dk1"/>
              </a:solidFill>
              <a:latin typeface="Arial"/>
              <a:ea typeface="Arial"/>
              <a:cs typeface="Arial"/>
              <a:sym typeface="Arial"/>
            </a:endParaRPr>
          </a:p>
          <a:p>
            <a:pPr indent="0" lvl="0" marL="0" marR="0" rtl="0" algn="l">
              <a:spcBef>
                <a:spcPts val="600"/>
              </a:spcBef>
              <a:spcAft>
                <a:spcPts val="0"/>
              </a:spcAft>
              <a:buClr>
                <a:srgbClr val="1F2B3C"/>
              </a:buClr>
              <a:buSzPts val="1200"/>
              <a:buFont typeface="Calibri"/>
              <a:buNone/>
            </a:pPr>
            <a:r>
              <a:rPr b="1" i="0" lang="en-GB" sz="1200" u="none" cap="none" strike="noStrike">
                <a:solidFill>
                  <a:srgbClr val="1F2B3C"/>
                </a:solidFill>
                <a:latin typeface="Calibri"/>
                <a:ea typeface="Calibri"/>
                <a:cs typeface="Calibri"/>
                <a:sym typeface="Calibri"/>
              </a:rPr>
              <a:t>•  nb_customers_on_day  </a:t>
            </a:r>
            <a:r>
              <a:rPr b="0" i="1" lang="en-GB" sz="1200" u="none" cap="none" strike="noStrike">
                <a:solidFill>
                  <a:srgbClr val="6B7A8B"/>
                </a:solidFill>
                <a:latin typeface="Calibri"/>
                <a:ea typeface="Calibri"/>
                <a:cs typeface="Calibri"/>
                <a:sym typeface="Calibri"/>
              </a:rPr>
              <a:t>— Main predictor</a:t>
            </a:r>
            <a:endParaRPr b="0" i="0" sz="1800" u="none" cap="none" strike="noStrike">
              <a:solidFill>
                <a:schemeClr val="dk1"/>
              </a:solidFill>
              <a:latin typeface="Arial"/>
              <a:ea typeface="Arial"/>
              <a:cs typeface="Arial"/>
              <a:sym typeface="Arial"/>
            </a:endParaRPr>
          </a:p>
          <a:p>
            <a:pPr indent="0" lvl="0" marL="0" marR="0" rtl="0" algn="l">
              <a:spcBef>
                <a:spcPts val="600"/>
              </a:spcBef>
              <a:spcAft>
                <a:spcPts val="0"/>
              </a:spcAft>
              <a:buClr>
                <a:srgbClr val="1F2B3C"/>
              </a:buClr>
              <a:buSzPts val="1200"/>
              <a:buFont typeface="Calibri"/>
              <a:buNone/>
            </a:pPr>
            <a:r>
              <a:rPr b="1" i="0" lang="en-GB" sz="1200" u="none" cap="none" strike="noStrike">
                <a:solidFill>
                  <a:srgbClr val="1F2B3C"/>
                </a:solidFill>
                <a:latin typeface="Calibri"/>
                <a:ea typeface="Calibri"/>
                <a:cs typeface="Calibri"/>
                <a:sym typeface="Calibri"/>
              </a:rPr>
              <a:t>•  promotion  </a:t>
            </a:r>
            <a:r>
              <a:rPr b="0" i="1" lang="en-GB" sz="1200" u="none" cap="none" strike="noStrike">
                <a:solidFill>
                  <a:srgbClr val="6B7A8B"/>
                </a:solidFill>
                <a:latin typeface="Calibri"/>
                <a:ea typeface="Calibri"/>
                <a:cs typeface="Calibri"/>
                <a:sym typeface="Calibri"/>
              </a:rPr>
              <a:t>— 0 or 1</a:t>
            </a:r>
            <a:endParaRPr b="0" i="0" sz="1800" u="none" cap="none" strike="noStrike">
              <a:solidFill>
                <a:schemeClr val="dk1"/>
              </a:solidFill>
              <a:latin typeface="Arial"/>
              <a:ea typeface="Arial"/>
              <a:cs typeface="Arial"/>
              <a:sym typeface="Arial"/>
            </a:endParaRPr>
          </a:p>
          <a:p>
            <a:pPr indent="0" lvl="0" marL="0" marR="0" rtl="0" algn="l">
              <a:spcBef>
                <a:spcPts val="600"/>
              </a:spcBef>
              <a:spcAft>
                <a:spcPts val="0"/>
              </a:spcAft>
              <a:buClr>
                <a:srgbClr val="1F2B3C"/>
              </a:buClr>
              <a:buSzPts val="1200"/>
              <a:buFont typeface="Calibri"/>
              <a:buNone/>
            </a:pPr>
            <a:r>
              <a:rPr b="1" i="0" lang="en-GB" sz="1200" u="none" cap="none" strike="noStrike">
                <a:solidFill>
                  <a:srgbClr val="1F2B3C"/>
                </a:solidFill>
                <a:latin typeface="Calibri"/>
                <a:ea typeface="Calibri"/>
                <a:cs typeface="Calibri"/>
                <a:sym typeface="Calibri"/>
              </a:rPr>
              <a:t>•  state_holiday  </a:t>
            </a:r>
            <a:r>
              <a:rPr b="0" i="1" lang="en-GB" sz="1200" u="none" cap="none" strike="noStrike">
                <a:solidFill>
                  <a:srgbClr val="6B7A8B"/>
                </a:solidFill>
                <a:latin typeface="Calibri"/>
                <a:ea typeface="Calibri"/>
                <a:cs typeface="Calibri"/>
                <a:sym typeface="Calibri"/>
              </a:rPr>
              <a:t>— Encoded a/b/c → 1</a:t>
            </a:r>
            <a:endParaRPr b="0" i="0" sz="1800" u="none" cap="none" strike="noStrike">
              <a:solidFill>
                <a:schemeClr val="dk1"/>
              </a:solidFill>
              <a:latin typeface="Arial"/>
              <a:ea typeface="Arial"/>
              <a:cs typeface="Arial"/>
              <a:sym typeface="Arial"/>
            </a:endParaRPr>
          </a:p>
          <a:p>
            <a:pPr indent="0" lvl="0" marL="0" marR="0" rtl="0" algn="l">
              <a:spcBef>
                <a:spcPts val="600"/>
              </a:spcBef>
              <a:spcAft>
                <a:spcPts val="0"/>
              </a:spcAft>
              <a:buClr>
                <a:srgbClr val="1F2B3C"/>
              </a:buClr>
              <a:buSzPts val="1200"/>
              <a:buFont typeface="Calibri"/>
              <a:buNone/>
            </a:pPr>
            <a:r>
              <a:rPr b="1" i="0" lang="en-GB" sz="1200" u="none" cap="none" strike="noStrike">
                <a:solidFill>
                  <a:srgbClr val="1F2B3C"/>
                </a:solidFill>
                <a:latin typeface="Calibri"/>
                <a:ea typeface="Calibri"/>
                <a:cs typeface="Calibri"/>
                <a:sym typeface="Calibri"/>
              </a:rPr>
              <a:t>•  school_holiday  </a:t>
            </a:r>
            <a:r>
              <a:rPr b="0" i="1" lang="en-GB" sz="1200" u="none" cap="none" strike="noStrike">
                <a:solidFill>
                  <a:srgbClr val="6B7A8B"/>
                </a:solidFill>
                <a:latin typeface="Calibri"/>
                <a:ea typeface="Calibri"/>
                <a:cs typeface="Calibri"/>
                <a:sym typeface="Calibri"/>
              </a:rPr>
              <a:t>— 0 or 1</a:t>
            </a:r>
            <a:endParaRPr b="0" i="0" sz="1800" u="none" cap="none" strike="noStrike">
              <a:solidFill>
                <a:schemeClr val="dk1"/>
              </a:solidFill>
              <a:latin typeface="Arial"/>
              <a:ea typeface="Arial"/>
              <a:cs typeface="Arial"/>
              <a:sym typeface="Arial"/>
            </a:endParaRPr>
          </a:p>
          <a:p>
            <a:pPr indent="0" lvl="0" marL="0" marR="0" rtl="0" algn="l">
              <a:spcBef>
                <a:spcPts val="600"/>
              </a:spcBef>
              <a:spcAft>
                <a:spcPts val="0"/>
              </a:spcAft>
              <a:buClr>
                <a:srgbClr val="1F2B3C"/>
              </a:buClr>
              <a:buSzPts val="1200"/>
              <a:buFont typeface="Calibri"/>
              <a:buNone/>
            </a:pPr>
            <a:r>
              <a:rPr b="1" i="0" lang="en-GB" sz="1200" u="none" cap="none" strike="noStrike">
                <a:solidFill>
                  <a:srgbClr val="1F2B3C"/>
                </a:solidFill>
                <a:latin typeface="Calibri"/>
                <a:ea typeface="Calibri"/>
                <a:cs typeface="Calibri"/>
                <a:sym typeface="Calibri"/>
              </a:rPr>
              <a:t>•  month, year, day  </a:t>
            </a:r>
            <a:r>
              <a:rPr b="0" i="1" lang="en-GB" sz="1200" u="none" cap="none" strike="noStrike">
                <a:solidFill>
                  <a:srgbClr val="6B7A8B"/>
                </a:solidFill>
                <a:latin typeface="Calibri"/>
                <a:ea typeface="Calibri"/>
                <a:cs typeface="Calibri"/>
                <a:sym typeface="Calibri"/>
              </a:rPr>
              <a:t>— Extracted from date</a:t>
            </a:r>
            <a:endParaRPr b="0" i="0" sz="1800" u="none" cap="none" strike="noStrike">
              <a:solidFill>
                <a:schemeClr val="dk1"/>
              </a:solidFill>
              <a:latin typeface="Arial"/>
              <a:ea typeface="Arial"/>
              <a:cs typeface="Arial"/>
              <a:sym typeface="Arial"/>
            </a:endParaRPr>
          </a:p>
          <a:p>
            <a:pPr indent="0" lvl="0" marL="0" marR="0" rtl="0" algn="l">
              <a:spcBef>
                <a:spcPts val="1200"/>
              </a:spcBef>
              <a:spcAft>
                <a:spcPts val="0"/>
              </a:spcAft>
              <a:buClr>
                <a:srgbClr val="2C4A63"/>
              </a:buClr>
              <a:buSzPts val="1200"/>
              <a:buFont typeface="Calibri"/>
              <a:buNone/>
            </a:pPr>
            <a:r>
              <a:rPr b="1" i="0" lang="en-GB" sz="1200" u="none" cap="none" strike="noStrike">
                <a:solidFill>
                  <a:srgbClr val="2C4A63"/>
                </a:solidFill>
                <a:latin typeface="Calibri"/>
                <a:ea typeface="Calibri"/>
                <a:cs typeface="Calibri"/>
                <a:sym typeface="Calibri"/>
              </a:rPr>
              <a:t>Target variable: </a:t>
            </a:r>
            <a:r>
              <a:rPr b="0" i="1" lang="en-GB" sz="1200" u="none" cap="none" strike="noStrike">
                <a:solidFill>
                  <a:srgbClr val="1F2B3C"/>
                </a:solidFill>
                <a:latin typeface="Calibri"/>
                <a:ea typeface="Calibri"/>
                <a:cs typeface="Calibri"/>
                <a:sym typeface="Calibri"/>
              </a:rPr>
              <a:t>sales</a:t>
            </a:r>
            <a:endParaRPr b="0" i="0" sz="1800" u="none" cap="none" strike="noStrike">
              <a:solidFill>
                <a:schemeClr val="dk1"/>
              </a:solidFill>
              <a:latin typeface="Arial"/>
              <a:ea typeface="Arial"/>
              <a:cs typeface="Arial"/>
              <a:sym typeface="Arial"/>
            </a:endParaRPr>
          </a:p>
        </p:txBody>
      </p:sp>
      <p:sp>
        <p:nvSpPr>
          <p:cNvPr id="274" name="Google Shape;274;p7"/>
          <p:cNvSpPr/>
          <p:nvPr/>
        </p:nvSpPr>
        <p:spPr>
          <a:xfrm>
            <a:off x="6217920" y="1554480"/>
            <a:ext cx="5669280" cy="3840480"/>
          </a:xfrm>
          <a:prstGeom prst="rect">
            <a:avLst/>
          </a:prstGeom>
          <a:solidFill>
            <a:srgbClr val="F4F7FA"/>
          </a:solidFill>
          <a:ln cap="flat" cmpd="sng" w="9525">
            <a:solidFill>
              <a:srgbClr val="B8D4E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5" name="Google Shape;275;p7"/>
          <p:cNvSpPr txBox="1"/>
          <p:nvPr/>
        </p:nvSpPr>
        <p:spPr>
          <a:xfrm>
            <a:off x="6492240" y="1783080"/>
            <a:ext cx="5120640" cy="36576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2C4A63"/>
              </a:buClr>
              <a:buSzPts val="1500"/>
              <a:buFont typeface="Calibri"/>
              <a:buNone/>
            </a:pPr>
            <a:r>
              <a:rPr b="1" i="0" lang="en-GB" sz="1500" u="none" cap="none" strike="noStrike">
                <a:solidFill>
                  <a:srgbClr val="2C4A63"/>
                </a:solidFill>
                <a:latin typeface="Calibri"/>
                <a:ea typeface="Calibri"/>
                <a:cs typeface="Calibri"/>
                <a:sym typeface="Calibri"/>
              </a:rPr>
              <a:t>Train / Validation split</a:t>
            </a:r>
            <a:endParaRPr b="0" i="0" sz="1800" u="none" cap="none" strike="noStrike">
              <a:solidFill>
                <a:schemeClr val="dk1"/>
              </a:solidFill>
              <a:latin typeface="Arial"/>
              <a:ea typeface="Arial"/>
              <a:cs typeface="Arial"/>
              <a:sym typeface="Arial"/>
            </a:endParaRPr>
          </a:p>
        </p:txBody>
      </p:sp>
      <p:sp>
        <p:nvSpPr>
          <p:cNvPr id="276" name="Google Shape;276;p7"/>
          <p:cNvSpPr txBox="1"/>
          <p:nvPr/>
        </p:nvSpPr>
        <p:spPr>
          <a:xfrm>
            <a:off x="6492240" y="2194560"/>
            <a:ext cx="5120640" cy="27432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1F2B3C"/>
              </a:buClr>
              <a:buSzPts val="1200"/>
              <a:buFont typeface="Calibri"/>
              <a:buNone/>
            </a:pPr>
            <a:r>
              <a:rPr b="0" i="0" lang="en-GB" sz="1200" u="none" cap="none" strike="noStrike">
                <a:solidFill>
                  <a:srgbClr val="1F2B3C"/>
                </a:solidFill>
                <a:latin typeface="Calibri"/>
                <a:ea typeface="Calibri"/>
                <a:cs typeface="Calibri"/>
                <a:sym typeface="Calibri"/>
              </a:rPr>
              <a:t>We split the labelled data 80/20:</a:t>
            </a:r>
            <a:endParaRPr b="0" i="0" sz="1800" u="none" cap="none" strike="noStrike">
              <a:solidFill>
                <a:schemeClr val="dk1"/>
              </a:solidFill>
              <a:latin typeface="Arial"/>
              <a:ea typeface="Arial"/>
              <a:cs typeface="Arial"/>
              <a:sym typeface="Arial"/>
            </a:endParaRPr>
          </a:p>
        </p:txBody>
      </p:sp>
      <p:sp>
        <p:nvSpPr>
          <p:cNvPr id="277" name="Google Shape;277;p7"/>
          <p:cNvSpPr/>
          <p:nvPr/>
        </p:nvSpPr>
        <p:spPr>
          <a:xfrm>
            <a:off x="6492240" y="2697480"/>
            <a:ext cx="4114800" cy="457200"/>
          </a:xfrm>
          <a:prstGeom prst="rect">
            <a:avLst/>
          </a:prstGeom>
          <a:solidFill>
            <a:srgbClr val="2C4A6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GB" sz="1100" u="none" cap="none" strike="noStrike">
                <a:solidFill>
                  <a:srgbClr val="FFFFFF"/>
                </a:solidFill>
                <a:latin typeface="Calibri"/>
                <a:ea typeface="Calibri"/>
                <a:cs typeface="Calibri"/>
                <a:sym typeface="Calibri"/>
              </a:rPr>
              <a:t>Training — 80%</a:t>
            </a:r>
            <a:endParaRPr b="0" i="0" sz="1800" u="none" cap="none" strike="noStrike">
              <a:solidFill>
                <a:schemeClr val="dk1"/>
              </a:solidFill>
              <a:latin typeface="Arial"/>
              <a:ea typeface="Arial"/>
              <a:cs typeface="Arial"/>
              <a:sym typeface="Arial"/>
            </a:endParaRPr>
          </a:p>
        </p:txBody>
      </p:sp>
      <p:sp>
        <p:nvSpPr>
          <p:cNvPr id="278" name="Google Shape;278;p7"/>
          <p:cNvSpPr/>
          <p:nvPr/>
        </p:nvSpPr>
        <p:spPr>
          <a:xfrm>
            <a:off x="10607040" y="2697480"/>
            <a:ext cx="1051560" cy="457200"/>
          </a:xfrm>
          <a:prstGeom prst="rect">
            <a:avLst/>
          </a:prstGeom>
          <a:solidFill>
            <a:srgbClr val="B8D4E3"/>
          </a:solidFill>
          <a:ln>
            <a:noFill/>
          </a:ln>
        </p:spPr>
        <p:txBody>
          <a:bodyPr anchorCtr="0" anchor="ctr" bIns="45700" lIns="18275" spcFirstLastPara="1" rIns="18275" wrap="square" tIns="45700">
            <a:noAutofit/>
          </a:bodyPr>
          <a:lstStyle/>
          <a:p>
            <a:pPr indent="0" lvl="0" marL="0" marR="0" rtl="0" algn="ctr">
              <a:spcBef>
                <a:spcPts val="0"/>
              </a:spcBef>
              <a:spcAft>
                <a:spcPts val="0"/>
              </a:spcAft>
              <a:buClr>
                <a:srgbClr val="2C4A63"/>
              </a:buClr>
              <a:buSzPts val="1000"/>
              <a:buFont typeface="Calibri"/>
              <a:buNone/>
            </a:pPr>
            <a:r>
              <a:rPr b="1" i="0" lang="en-GB" sz="1000" u="none" cap="none" strike="noStrike">
                <a:solidFill>
                  <a:srgbClr val="2C4A63"/>
                </a:solidFill>
                <a:latin typeface="Calibri"/>
                <a:ea typeface="Calibri"/>
                <a:cs typeface="Calibri"/>
                <a:sym typeface="Calibri"/>
              </a:rPr>
              <a:t>Val 20%</a:t>
            </a:r>
            <a:endParaRPr b="0" i="0" sz="1800" u="none" cap="none" strike="noStrike">
              <a:solidFill>
                <a:schemeClr val="dk1"/>
              </a:solidFill>
              <a:latin typeface="Arial"/>
              <a:ea typeface="Arial"/>
              <a:cs typeface="Arial"/>
              <a:sym typeface="Arial"/>
            </a:endParaRPr>
          </a:p>
        </p:txBody>
      </p:sp>
      <p:sp>
        <p:nvSpPr>
          <p:cNvPr id="279" name="Google Shape;279;p7"/>
          <p:cNvSpPr txBox="1"/>
          <p:nvPr/>
        </p:nvSpPr>
        <p:spPr>
          <a:xfrm>
            <a:off x="6492240" y="3291840"/>
            <a:ext cx="5120640" cy="320040"/>
          </a:xfrm>
          <a:prstGeom prst="rect">
            <a:avLst/>
          </a:prstGeom>
          <a:noFill/>
          <a:ln>
            <a:noFill/>
          </a:ln>
        </p:spPr>
        <p:txBody>
          <a:bodyPr anchorCtr="0" anchor="t" bIns="18275" lIns="45700" spcFirstLastPara="1" rIns="45700" wrap="square" tIns="18275">
            <a:spAutoFit/>
          </a:bodyPr>
          <a:lstStyle/>
          <a:p>
            <a:pPr indent="0" lvl="0" marL="0" marR="0" rtl="0" algn="l">
              <a:spcBef>
                <a:spcPts val="0"/>
              </a:spcBef>
              <a:spcAft>
                <a:spcPts val="0"/>
              </a:spcAft>
              <a:buClr>
                <a:srgbClr val="6B7A8B"/>
              </a:buClr>
              <a:buSzPts val="1100"/>
              <a:buFont typeface="Calibri"/>
              <a:buNone/>
            </a:pPr>
            <a:r>
              <a:rPr b="0" i="0" lang="en-GB" sz="1100" u="none" cap="none" strike="noStrike">
                <a:solidFill>
                  <a:srgbClr val="6B7A8B"/>
                </a:solidFill>
                <a:latin typeface="Calibri"/>
                <a:ea typeface="Calibri"/>
                <a:cs typeface="Calibri"/>
                <a:sym typeface="Calibri"/>
              </a:rPr>
              <a:t>~425,000 training rows    |    ~106,000 validation rows</a:t>
            </a:r>
            <a:endParaRPr b="0" i="0" sz="1800" u="none" cap="none" strike="noStrike">
              <a:solidFill>
                <a:schemeClr val="dk1"/>
              </a:solidFill>
              <a:latin typeface="Arial"/>
              <a:ea typeface="Arial"/>
              <a:cs typeface="Arial"/>
              <a:sym typeface="Arial"/>
            </a:endParaRPr>
          </a:p>
        </p:txBody>
      </p:sp>
      <p:sp>
        <p:nvSpPr>
          <p:cNvPr id="280" name="Google Shape;280;p7"/>
          <p:cNvSpPr txBox="1"/>
          <p:nvPr/>
        </p:nvSpPr>
        <p:spPr>
          <a:xfrm>
            <a:off x="6492240" y="3794760"/>
            <a:ext cx="5120640" cy="1463040"/>
          </a:xfrm>
          <a:prstGeom prst="rect">
            <a:avLst/>
          </a:prstGeom>
          <a:noFill/>
          <a:ln>
            <a:noFill/>
          </a:ln>
        </p:spPr>
        <p:txBody>
          <a:bodyPr anchorCtr="0" anchor="t" bIns="45700" lIns="0" spcFirstLastPara="1" rIns="91425" wrap="square" tIns="45700">
            <a:spAutoFit/>
          </a:bodyPr>
          <a:lstStyle/>
          <a:p>
            <a:pPr indent="0" lvl="0" marL="0" marR="0" rtl="0" algn="l">
              <a:spcBef>
                <a:spcPts val="0"/>
              </a:spcBef>
              <a:spcAft>
                <a:spcPts val="0"/>
              </a:spcAft>
              <a:buClr>
                <a:srgbClr val="2C4A63"/>
              </a:buClr>
              <a:buSzPts val="1200"/>
              <a:buFont typeface="Calibri"/>
              <a:buNone/>
            </a:pPr>
            <a:r>
              <a:rPr b="1" i="0" lang="en-GB" sz="1200" u="none" cap="none" strike="noStrike">
                <a:solidFill>
                  <a:srgbClr val="2C4A63"/>
                </a:solidFill>
                <a:latin typeface="Calibri"/>
                <a:ea typeface="Calibri"/>
                <a:cs typeface="Calibri"/>
                <a:sym typeface="Calibri"/>
              </a:rPr>
              <a:t>Why this matters</a:t>
            </a:r>
            <a:endParaRPr b="0" i="0" sz="1800" u="none" cap="none" strike="noStrike">
              <a:solidFill>
                <a:schemeClr val="dk1"/>
              </a:solidFill>
              <a:latin typeface="Arial"/>
              <a:ea typeface="Arial"/>
              <a:cs typeface="Arial"/>
              <a:sym typeface="Arial"/>
            </a:endParaRPr>
          </a:p>
          <a:p>
            <a:pPr indent="0" lvl="0" marL="0" marR="0" rtl="0" algn="l">
              <a:spcBef>
                <a:spcPts val="400"/>
              </a:spcBef>
              <a:spcAft>
                <a:spcPts val="0"/>
              </a:spcAft>
              <a:buClr>
                <a:srgbClr val="1F2B3C"/>
              </a:buClr>
              <a:buSzPts val="1100"/>
              <a:buFont typeface="Calibri"/>
              <a:buNone/>
            </a:pPr>
            <a:r>
              <a:rPr b="0" i="0" lang="en-GB" sz="1100" u="none" cap="none" strike="noStrike">
                <a:solidFill>
                  <a:srgbClr val="1F2B3C"/>
                </a:solidFill>
                <a:latin typeface="Calibri"/>
                <a:ea typeface="Calibri"/>
                <a:cs typeface="Calibri"/>
                <a:sym typeface="Calibri"/>
              </a:rPr>
              <a:t>The validation set gives an honest evaluation of how the model performs on unseen data, helping us detect overfitting and compare models fairly.</a:t>
            </a:r>
            <a:endParaRPr b="0" i="0" sz="1800" u="none" cap="none" strike="noStrike">
              <a:solidFill>
                <a:schemeClr val="dk1"/>
              </a:solidFill>
              <a:latin typeface="Arial"/>
              <a:ea typeface="Arial"/>
              <a:cs typeface="Arial"/>
              <a:sym typeface="Arial"/>
            </a:endParaRPr>
          </a:p>
        </p:txBody>
      </p:sp>
      <p:sp>
        <p:nvSpPr>
          <p:cNvPr id="281" name="Google Shape;281;p7"/>
          <p:cNvSpPr/>
          <p:nvPr/>
        </p:nvSpPr>
        <p:spPr>
          <a:xfrm>
            <a:off x="554250" y="5792275"/>
            <a:ext cx="11083500" cy="365700"/>
          </a:xfrm>
          <a:prstGeom prst="rect">
            <a:avLst/>
          </a:prstGeom>
          <a:solidFill>
            <a:srgbClr val="2C4A63"/>
          </a:solidFill>
          <a:ln>
            <a:noFill/>
          </a:ln>
        </p:spPr>
        <p:txBody>
          <a:bodyPr anchorCtr="0" anchor="ctr" bIns="45700" lIns="274300" spcFirstLastPara="1" rIns="274300" wrap="square" tIns="45700">
            <a:noAutofit/>
          </a:bodyPr>
          <a:lstStyle/>
          <a:p>
            <a:pPr indent="0" lvl="0" marL="0" marR="0" rtl="0" algn="l">
              <a:spcBef>
                <a:spcPts val="0"/>
              </a:spcBef>
              <a:spcAft>
                <a:spcPts val="0"/>
              </a:spcAft>
              <a:buClr>
                <a:srgbClr val="B8D4E3"/>
              </a:buClr>
              <a:buSzPts val="1200"/>
              <a:buFont typeface="Calibri"/>
              <a:buNone/>
            </a:pPr>
            <a:r>
              <a:rPr b="1" i="0" lang="en-GB" sz="1200" u="none" cap="none" strike="noStrike">
                <a:solidFill>
                  <a:srgbClr val="B8D4E3"/>
                </a:solidFill>
                <a:latin typeface="Calibri"/>
                <a:ea typeface="Calibri"/>
                <a:cs typeface="Calibri"/>
                <a:sym typeface="Calibri"/>
              </a:rPr>
              <a:t>Key takeaway:  </a:t>
            </a:r>
            <a:r>
              <a:rPr b="0" i="0" lang="en-GB" sz="1200" u="none" cap="none" strike="noStrike">
                <a:solidFill>
                  <a:srgbClr val="FFFFFF"/>
                </a:solidFill>
                <a:latin typeface="Calibri"/>
                <a:ea typeface="Calibri"/>
                <a:cs typeface="Calibri"/>
                <a:sym typeface="Calibri"/>
              </a:rPr>
              <a:t>skewness, outliers and non-linear relationships point us toward tree-based models as the most promising approach.</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8"/>
          <p:cNvSpPr txBox="1"/>
          <p:nvPr>
            <p:ph idx="1" type="body"/>
          </p:nvPr>
        </p:nvSpPr>
        <p:spPr>
          <a:xfrm>
            <a:off x="457199" y="4426803"/>
            <a:ext cx="8348472" cy="534505"/>
          </a:xfrm>
          <a:prstGeom prst="rect">
            <a:avLst/>
          </a:prstGeom>
          <a:noFill/>
          <a:ln>
            <a:noFill/>
          </a:ln>
        </p:spPr>
        <p:txBody>
          <a:bodyPr anchorCtr="0" anchor="t" bIns="0" lIns="0" spcFirstLastPara="1" rIns="0" wrap="square" tIns="0">
            <a:spAutoFit/>
          </a:bodyPr>
          <a:lstStyle/>
          <a:p>
            <a:pPr indent="-254000" lvl="0" marL="0" rtl="0" algn="l">
              <a:lnSpc>
                <a:spcPct val="85000"/>
              </a:lnSpc>
              <a:spcBef>
                <a:spcPts val="0"/>
              </a:spcBef>
              <a:spcAft>
                <a:spcPts val="0"/>
              </a:spcAft>
              <a:buClr>
                <a:schemeClr val="dk1"/>
              </a:buClr>
              <a:buSzPts val="4000"/>
              <a:buFont typeface="Arial"/>
              <a:buChar char="​"/>
            </a:pPr>
            <a:r>
              <a:rPr lang="en-GB"/>
              <a:t>Models and Methodology</a:t>
            </a:r>
            <a:endParaRPr/>
          </a:p>
        </p:txBody>
      </p:sp>
      <p:sp>
        <p:nvSpPr>
          <p:cNvPr id="288" name="Google Shape;288;p8"/>
          <p:cNvSpPr txBox="1"/>
          <p:nvPr>
            <p:ph idx="2" type="body"/>
          </p:nvPr>
        </p:nvSpPr>
        <p:spPr>
          <a:xfrm>
            <a:off x="457200" y="2274838"/>
            <a:ext cx="8348472" cy="2308324"/>
          </a:xfrm>
          <a:prstGeom prst="rect">
            <a:avLst/>
          </a:prstGeom>
          <a:noFill/>
          <a:ln>
            <a:noFill/>
          </a:ln>
        </p:spPr>
        <p:txBody>
          <a:bodyPr anchorCtr="0" anchor="b" bIns="0" lIns="0" spcFirstLastPara="1" rIns="0" wrap="square" tIns="0">
            <a:spAutoFit/>
          </a:bodyPr>
          <a:lstStyle/>
          <a:p>
            <a:pPr indent="-952500" lvl="0" marL="0" rtl="0" algn="l">
              <a:lnSpc>
                <a:spcPct val="100000"/>
              </a:lnSpc>
              <a:spcBef>
                <a:spcPts val="0"/>
              </a:spcBef>
              <a:spcAft>
                <a:spcPts val="0"/>
              </a:spcAft>
              <a:buClr>
                <a:schemeClr val="dk1"/>
              </a:buClr>
              <a:buSzPts val="15000"/>
              <a:buFont typeface="Arial"/>
              <a:buChar char="​"/>
            </a:pPr>
            <a:r>
              <a:rPr lang="en-GB"/>
              <a:t>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9"/>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600"/>
              <a:buFont typeface="Play"/>
              <a:buNone/>
            </a:pPr>
            <a:r>
              <a:rPr lang="en-GB"/>
              <a:t>4 SUPERVISED MODELS WERE APPLIED TO SELECT BEST PREDICTION TECHNIQUE TO USE ON REAL DATA</a:t>
            </a:r>
            <a:br>
              <a:rPr lang="en-GB"/>
            </a:br>
            <a:endParaRPr/>
          </a:p>
        </p:txBody>
      </p:sp>
      <p:sp>
        <p:nvSpPr>
          <p:cNvPr id="294" name="Google Shape;294;p9"/>
          <p:cNvSpPr txBox="1"/>
          <p:nvPr>
            <p:ph idx="1" type="body"/>
          </p:nvPr>
        </p:nvSpPr>
        <p:spPr>
          <a:xfrm>
            <a:off x="457200" y="1399032"/>
            <a:ext cx="11277600" cy="429768"/>
          </a:xfrm>
          <a:prstGeom prst="rect">
            <a:avLst/>
          </a:prstGeom>
          <a:noFill/>
          <a:ln>
            <a:noFill/>
          </a:ln>
        </p:spPr>
        <p:txBody>
          <a:bodyPr anchorCtr="0" anchor="t" bIns="0" lIns="0" spcFirstLastPara="1" rIns="0" wrap="square" tIns="0">
            <a:noAutofit/>
          </a:bodyPr>
          <a:lstStyle/>
          <a:p>
            <a:pPr indent="-88900" lvl="0" marL="0" rtl="0" algn="l">
              <a:spcBef>
                <a:spcPts val="0"/>
              </a:spcBef>
              <a:spcAft>
                <a:spcPts val="0"/>
              </a:spcAft>
              <a:buClr>
                <a:schemeClr val="dk1"/>
              </a:buClr>
              <a:buSzPts val="1400"/>
              <a:buFont typeface="Arial"/>
              <a:buChar char="​"/>
            </a:pPr>
            <a:r>
              <a:rPr lang="en-GB"/>
              <a:t>Supervised models reviewed </a:t>
            </a:r>
            <a:endParaRPr/>
          </a:p>
        </p:txBody>
      </p:sp>
      <p:grpSp>
        <p:nvGrpSpPr>
          <p:cNvPr id="295" name="Google Shape;295;p9"/>
          <p:cNvGrpSpPr/>
          <p:nvPr/>
        </p:nvGrpSpPr>
        <p:grpSpPr>
          <a:xfrm>
            <a:off x="499789" y="2358570"/>
            <a:ext cx="11187887" cy="1763487"/>
            <a:chOff x="387350" y="2358571"/>
            <a:chExt cx="10769601" cy="3082690"/>
          </a:xfrm>
        </p:grpSpPr>
        <p:sp>
          <p:nvSpPr>
            <p:cNvPr id="296" name="Google Shape;296;p9"/>
            <p:cNvSpPr/>
            <p:nvPr/>
          </p:nvSpPr>
          <p:spPr>
            <a:xfrm>
              <a:off x="387350" y="2358571"/>
              <a:ext cx="2451100" cy="3082690"/>
            </a:xfrm>
            <a:prstGeom prst="rect">
              <a:avLst/>
            </a:prstGeom>
            <a:solidFill>
              <a:schemeClr val="accent6"/>
            </a:solidFill>
            <a:ln>
              <a:noFill/>
            </a:ln>
            <a:effectLst>
              <a:outerShdw blurRad="50800" rotWithShape="0" algn="tl" dir="2700000" dist="38100">
                <a:srgbClr val="000000">
                  <a:alpha val="40000"/>
                </a:srgbClr>
              </a:outerShdw>
            </a:effectLst>
          </p:spPr>
          <p:txBody>
            <a:bodyPr anchorCtr="0" anchor="ctr" bIns="73150" lIns="73150" spcFirstLastPara="1" rIns="73150" wrap="square" tIns="73150">
              <a:noAutofit/>
            </a:bodyPr>
            <a:lstStyle/>
            <a:p>
              <a:pPr indent="0" lvl="0" marL="0" marR="0" rtl="0" algn="ctr">
                <a:spcBef>
                  <a:spcPts val="0"/>
                </a:spcBef>
                <a:spcAft>
                  <a:spcPts val="0"/>
                </a:spcAft>
                <a:buNone/>
              </a:pPr>
              <a:r>
                <a:rPr b="0" i="0" lang="en-GB" sz="1800" u="none" cap="none" strike="noStrike">
                  <a:solidFill>
                    <a:schemeClr val="lt1"/>
                  </a:solidFill>
                  <a:latin typeface="Arial"/>
                  <a:ea typeface="Arial"/>
                  <a:cs typeface="Arial"/>
                  <a:sym typeface="Arial"/>
                </a:rPr>
                <a:t>K NEAREST NEIGHBOURS</a:t>
              </a:r>
              <a:endParaRPr/>
            </a:p>
          </p:txBody>
        </p:sp>
        <p:sp>
          <p:nvSpPr>
            <p:cNvPr id="297" name="Google Shape;297;p9"/>
            <p:cNvSpPr/>
            <p:nvPr/>
          </p:nvSpPr>
          <p:spPr>
            <a:xfrm>
              <a:off x="3160184" y="2358571"/>
              <a:ext cx="2451100" cy="3082690"/>
            </a:xfrm>
            <a:prstGeom prst="rect">
              <a:avLst/>
            </a:prstGeom>
            <a:solidFill>
              <a:schemeClr val="accent6"/>
            </a:solidFill>
            <a:ln>
              <a:noFill/>
            </a:ln>
            <a:effectLst>
              <a:outerShdw blurRad="50800" rotWithShape="0" algn="tl" dir="2700000" dist="38100">
                <a:srgbClr val="000000">
                  <a:alpha val="40000"/>
                </a:srgbClr>
              </a:outerShdw>
            </a:effectLst>
          </p:spPr>
          <p:txBody>
            <a:bodyPr anchorCtr="0" anchor="ctr" bIns="73150" lIns="73150" spcFirstLastPara="1" rIns="73150" wrap="square" tIns="73150">
              <a:noAutofit/>
            </a:bodyPr>
            <a:lstStyle/>
            <a:p>
              <a:pPr indent="0" lvl="0" marL="0" marR="0" rtl="0" algn="ctr">
                <a:spcBef>
                  <a:spcPts val="0"/>
                </a:spcBef>
                <a:spcAft>
                  <a:spcPts val="0"/>
                </a:spcAft>
                <a:buNone/>
              </a:pPr>
              <a:r>
                <a:rPr b="0" i="0" lang="en-GB" sz="1800" u="none" cap="none" strike="noStrike">
                  <a:solidFill>
                    <a:schemeClr val="lt1"/>
                  </a:solidFill>
                  <a:latin typeface="Arial"/>
                  <a:ea typeface="Arial"/>
                  <a:cs typeface="Arial"/>
                  <a:sym typeface="Arial"/>
                </a:rPr>
                <a:t>LINEAR REGRESSION</a:t>
              </a:r>
              <a:endParaRPr/>
            </a:p>
            <a:p>
              <a:pPr indent="-285750" lvl="0" marL="285750" marR="0" rtl="0" algn="ctr">
                <a:spcBef>
                  <a:spcPts val="0"/>
                </a:spcBef>
                <a:spcAft>
                  <a:spcPts val="0"/>
                </a:spcAft>
                <a:buClr>
                  <a:schemeClr val="lt1"/>
                </a:buClr>
                <a:buSzPts val="1800"/>
                <a:buFont typeface="Arial"/>
                <a:buChar char="-"/>
              </a:pPr>
              <a:r>
                <a:rPr b="0" i="0" lang="en-GB" sz="1800" u="none" cap="none" strike="noStrike">
                  <a:solidFill>
                    <a:schemeClr val="lt1"/>
                  </a:solidFill>
                  <a:latin typeface="Arial"/>
                  <a:ea typeface="Arial"/>
                  <a:cs typeface="Arial"/>
                  <a:sym typeface="Arial"/>
                </a:rPr>
                <a:t>Ols</a:t>
              </a:r>
              <a:endParaRPr/>
            </a:p>
            <a:p>
              <a:pPr indent="-285750" lvl="0" marL="285750" marR="0" rtl="0" algn="ctr">
                <a:spcBef>
                  <a:spcPts val="0"/>
                </a:spcBef>
                <a:spcAft>
                  <a:spcPts val="0"/>
                </a:spcAft>
                <a:buClr>
                  <a:schemeClr val="lt1"/>
                </a:buClr>
                <a:buSzPts val="1800"/>
                <a:buFont typeface="Arial"/>
                <a:buChar char="-"/>
              </a:pPr>
              <a:r>
                <a:rPr b="0" i="0" lang="en-GB" sz="1800" u="none" cap="none" strike="noStrike">
                  <a:solidFill>
                    <a:schemeClr val="lt1"/>
                  </a:solidFill>
                  <a:latin typeface="Arial"/>
                  <a:ea typeface="Arial"/>
                  <a:cs typeface="Arial"/>
                  <a:sym typeface="Arial"/>
                </a:rPr>
                <a:t>Ridge</a:t>
              </a:r>
              <a:endParaRPr/>
            </a:p>
            <a:p>
              <a:pPr indent="-285750" lvl="0" marL="285750" marR="0" rtl="0" algn="ctr">
                <a:spcBef>
                  <a:spcPts val="0"/>
                </a:spcBef>
                <a:spcAft>
                  <a:spcPts val="0"/>
                </a:spcAft>
                <a:buClr>
                  <a:schemeClr val="lt1"/>
                </a:buClr>
                <a:buSzPts val="1800"/>
                <a:buFont typeface="Arial"/>
                <a:buChar char="-"/>
              </a:pPr>
              <a:r>
                <a:rPr b="0" i="0" lang="en-GB" sz="1800" u="none" cap="none" strike="noStrike">
                  <a:solidFill>
                    <a:schemeClr val="lt1"/>
                  </a:solidFill>
                  <a:latin typeface="Arial"/>
                  <a:ea typeface="Arial"/>
                  <a:cs typeface="Arial"/>
                  <a:sym typeface="Arial"/>
                </a:rPr>
                <a:t>Lasso</a:t>
              </a:r>
              <a:endParaRPr/>
            </a:p>
          </p:txBody>
        </p:sp>
        <p:sp>
          <p:nvSpPr>
            <p:cNvPr id="298" name="Google Shape;298;p9"/>
            <p:cNvSpPr/>
            <p:nvPr/>
          </p:nvSpPr>
          <p:spPr>
            <a:xfrm>
              <a:off x="5933018" y="2358571"/>
              <a:ext cx="2451100" cy="3082690"/>
            </a:xfrm>
            <a:prstGeom prst="rect">
              <a:avLst/>
            </a:prstGeom>
            <a:solidFill>
              <a:schemeClr val="accent6"/>
            </a:solidFill>
            <a:ln>
              <a:noFill/>
            </a:ln>
            <a:effectLst>
              <a:outerShdw blurRad="50800" rotWithShape="0" algn="tl" dir="2700000" dist="38100">
                <a:srgbClr val="000000">
                  <a:alpha val="40000"/>
                </a:srgbClr>
              </a:outerShdw>
            </a:effectLst>
          </p:spPr>
          <p:txBody>
            <a:bodyPr anchorCtr="0" anchor="ctr" bIns="73150" lIns="73150" spcFirstLastPara="1" rIns="73150" wrap="square" tIns="73150">
              <a:noAutofit/>
            </a:bodyPr>
            <a:lstStyle/>
            <a:p>
              <a:pPr indent="0" lvl="0" marL="0" marR="0" rtl="0" algn="ctr">
                <a:spcBef>
                  <a:spcPts val="0"/>
                </a:spcBef>
                <a:spcAft>
                  <a:spcPts val="0"/>
                </a:spcAft>
                <a:buNone/>
              </a:pPr>
              <a:r>
                <a:rPr b="0" i="0" lang="en-GB" sz="1800" u="none" cap="none" strike="noStrike">
                  <a:solidFill>
                    <a:schemeClr val="lt1"/>
                  </a:solidFill>
                  <a:latin typeface="Arial"/>
                  <a:ea typeface="Arial"/>
                  <a:cs typeface="Arial"/>
                  <a:sym typeface="Arial"/>
                </a:rPr>
                <a:t>Decision </a:t>
              </a:r>
              <a:endParaRPr/>
            </a:p>
            <a:p>
              <a:pPr indent="0" lvl="0" marL="0" marR="0" rtl="0" algn="ctr">
                <a:spcBef>
                  <a:spcPts val="0"/>
                </a:spcBef>
                <a:spcAft>
                  <a:spcPts val="0"/>
                </a:spcAft>
                <a:buNone/>
              </a:pPr>
              <a:r>
                <a:rPr b="0" i="0" lang="en-GB" sz="1800" u="none" cap="none" strike="noStrike">
                  <a:solidFill>
                    <a:schemeClr val="lt1"/>
                  </a:solidFill>
                  <a:latin typeface="Arial"/>
                  <a:ea typeface="Arial"/>
                  <a:cs typeface="Arial"/>
                  <a:sym typeface="Arial"/>
                </a:rPr>
                <a:t>Tree</a:t>
              </a:r>
              <a:endParaRPr/>
            </a:p>
          </p:txBody>
        </p:sp>
        <p:sp>
          <p:nvSpPr>
            <p:cNvPr id="299" name="Google Shape;299;p9"/>
            <p:cNvSpPr/>
            <p:nvPr/>
          </p:nvSpPr>
          <p:spPr>
            <a:xfrm>
              <a:off x="8705851" y="2358571"/>
              <a:ext cx="2451100" cy="3082690"/>
            </a:xfrm>
            <a:prstGeom prst="rect">
              <a:avLst/>
            </a:prstGeom>
            <a:solidFill>
              <a:schemeClr val="accent6"/>
            </a:solidFill>
            <a:ln>
              <a:noFill/>
            </a:ln>
            <a:effectLst>
              <a:outerShdw blurRad="50800" rotWithShape="0" algn="tl" dir="2700000" dist="38100">
                <a:srgbClr val="000000">
                  <a:alpha val="40000"/>
                </a:srgbClr>
              </a:outerShdw>
            </a:effectLst>
          </p:spPr>
          <p:txBody>
            <a:bodyPr anchorCtr="0" anchor="ctr" bIns="73150" lIns="73150" spcFirstLastPara="1" rIns="73150" wrap="square" tIns="73150">
              <a:noAutofit/>
            </a:bodyPr>
            <a:lstStyle/>
            <a:p>
              <a:pPr indent="0" lvl="0" marL="0" marR="0" rtl="0" algn="ctr">
                <a:spcBef>
                  <a:spcPts val="0"/>
                </a:spcBef>
                <a:spcAft>
                  <a:spcPts val="0"/>
                </a:spcAft>
                <a:buNone/>
              </a:pPr>
              <a:r>
                <a:rPr b="0" i="0" lang="en-GB" sz="1800" u="none" cap="none" strike="noStrike">
                  <a:solidFill>
                    <a:schemeClr val="lt1"/>
                  </a:solidFill>
                  <a:latin typeface="Arial"/>
                  <a:ea typeface="Arial"/>
                  <a:cs typeface="Arial"/>
                  <a:sym typeface="Arial"/>
                </a:rPr>
                <a:t>Random </a:t>
              </a:r>
              <a:endParaRPr/>
            </a:p>
            <a:p>
              <a:pPr indent="0" lvl="0" marL="0" marR="0" rtl="0" algn="ctr">
                <a:spcBef>
                  <a:spcPts val="0"/>
                </a:spcBef>
                <a:spcAft>
                  <a:spcPts val="0"/>
                </a:spcAft>
                <a:buNone/>
              </a:pPr>
              <a:r>
                <a:rPr b="0" i="0" lang="en-GB" sz="1800" u="none" cap="none" strike="noStrike">
                  <a:solidFill>
                    <a:schemeClr val="lt1"/>
                  </a:solidFill>
                  <a:latin typeface="Arial"/>
                  <a:ea typeface="Arial"/>
                  <a:cs typeface="Arial"/>
                  <a:sym typeface="Arial"/>
                </a:rPr>
                <a:t>Forest</a:t>
              </a:r>
              <a:endParaRPr/>
            </a:p>
          </p:txBody>
        </p:sp>
      </p:grpSp>
      <p:grpSp>
        <p:nvGrpSpPr>
          <p:cNvPr id="300" name="Google Shape;300;p9"/>
          <p:cNvGrpSpPr/>
          <p:nvPr/>
        </p:nvGrpSpPr>
        <p:grpSpPr>
          <a:xfrm>
            <a:off x="499789" y="4201884"/>
            <a:ext cx="11187887" cy="1763487"/>
            <a:chOff x="387350" y="2358571"/>
            <a:chExt cx="10769601" cy="3082690"/>
          </a:xfrm>
        </p:grpSpPr>
        <p:sp>
          <p:nvSpPr>
            <p:cNvPr id="301" name="Google Shape;301;p9"/>
            <p:cNvSpPr/>
            <p:nvPr/>
          </p:nvSpPr>
          <p:spPr>
            <a:xfrm>
              <a:off x="387350" y="2358571"/>
              <a:ext cx="2451100" cy="3082690"/>
            </a:xfrm>
            <a:prstGeom prst="rect">
              <a:avLst/>
            </a:prstGeom>
            <a:solidFill>
              <a:srgbClr val="D3E9F3"/>
            </a:solidFill>
            <a:ln>
              <a:noFill/>
            </a:ln>
            <a:effectLst>
              <a:outerShdw blurRad="50800" rotWithShape="0" algn="tl" dir="2700000" dist="38100">
                <a:srgbClr val="000000">
                  <a:alpha val="40000"/>
                </a:srgbClr>
              </a:outerShdw>
            </a:effectLst>
          </p:spPr>
          <p:txBody>
            <a:bodyPr anchorCtr="0" anchor="ctr" bIns="73150" lIns="73150" spcFirstLastPara="1" rIns="73150" wrap="square" tIns="73150">
              <a:noAutofit/>
            </a:bodyPr>
            <a:lstStyle/>
            <a:p>
              <a:pPr indent="-285750" lvl="0" marL="285750" marR="0" rtl="0" algn="l">
                <a:spcBef>
                  <a:spcPts val="0"/>
                </a:spcBef>
                <a:spcAft>
                  <a:spcPts val="0"/>
                </a:spcAft>
                <a:buClr>
                  <a:schemeClr val="dk1"/>
                </a:buClr>
                <a:buSzPts val="1200"/>
                <a:buFont typeface="Arial"/>
                <a:buChar char="•"/>
              </a:pPr>
              <a:r>
                <a:rPr b="0" i="0" lang="en-GB" sz="1200" u="none" cap="none" strike="noStrike">
                  <a:solidFill>
                    <a:schemeClr val="dk1"/>
                  </a:solidFill>
                  <a:latin typeface="Arial"/>
                  <a:ea typeface="Arial"/>
                  <a:cs typeface="Arial"/>
                  <a:sym typeface="Arial"/>
                </a:rPr>
                <a:t>Non-parametric baseline</a:t>
              </a:r>
              <a:endParaRPr/>
            </a:p>
            <a:p>
              <a:pPr indent="-285750" lvl="0" marL="285750" marR="0" rtl="0" algn="l">
                <a:spcBef>
                  <a:spcPts val="0"/>
                </a:spcBef>
                <a:spcAft>
                  <a:spcPts val="0"/>
                </a:spcAft>
                <a:buClr>
                  <a:schemeClr val="dk1"/>
                </a:buClr>
                <a:buSzPts val="1200"/>
                <a:buFont typeface="Arial"/>
                <a:buChar char="•"/>
              </a:pPr>
              <a:r>
                <a:rPr b="0" i="0" lang="en-GB" sz="1200" u="none" cap="none" strike="noStrike">
                  <a:solidFill>
                    <a:schemeClr val="dk1"/>
                  </a:solidFill>
                  <a:latin typeface="Arial"/>
                  <a:ea typeface="Arial"/>
                  <a:cs typeface="Arial"/>
                  <a:sym typeface="Arial"/>
                </a:rPr>
                <a:t>Predicts by averaging the K most similar training example</a:t>
              </a:r>
              <a:endParaRPr/>
            </a:p>
            <a:p>
              <a:pPr indent="-285750" lvl="0" marL="285750" marR="0" rtl="0" algn="l">
                <a:spcBef>
                  <a:spcPts val="0"/>
                </a:spcBef>
                <a:spcAft>
                  <a:spcPts val="0"/>
                </a:spcAft>
                <a:buClr>
                  <a:schemeClr val="dk1"/>
                </a:buClr>
                <a:buSzPts val="1200"/>
                <a:buFont typeface="Arial"/>
                <a:buChar char="•"/>
              </a:pPr>
              <a:r>
                <a:rPr b="0" i="0" lang="en-GB" sz="1200" u="none" cap="none" strike="noStrike">
                  <a:solidFill>
                    <a:schemeClr val="dk1"/>
                  </a:solidFill>
                  <a:latin typeface="Arial"/>
                  <a:ea typeface="Arial"/>
                  <a:cs typeface="Arial"/>
                  <a:sym typeface="Arial"/>
                </a:rPr>
                <a:t>Scales needed</a:t>
              </a:r>
              <a:endParaRPr/>
            </a:p>
          </p:txBody>
        </p:sp>
        <p:sp>
          <p:nvSpPr>
            <p:cNvPr id="302" name="Google Shape;302;p9"/>
            <p:cNvSpPr/>
            <p:nvPr/>
          </p:nvSpPr>
          <p:spPr>
            <a:xfrm>
              <a:off x="3160184" y="2358571"/>
              <a:ext cx="2451100" cy="3082690"/>
            </a:xfrm>
            <a:prstGeom prst="rect">
              <a:avLst/>
            </a:prstGeom>
            <a:solidFill>
              <a:srgbClr val="D3E9F3"/>
            </a:solidFill>
            <a:ln>
              <a:noFill/>
            </a:ln>
            <a:effectLst>
              <a:outerShdw blurRad="50800" rotWithShape="0" algn="tl" dir="2700000" dist="38100">
                <a:srgbClr val="000000">
                  <a:alpha val="40000"/>
                </a:srgbClr>
              </a:outerShdw>
            </a:effectLst>
          </p:spPr>
          <p:txBody>
            <a:bodyPr anchorCtr="0" anchor="ctr" bIns="73150" lIns="73150" spcFirstLastPara="1" rIns="73150" wrap="square" tIns="73150">
              <a:noAutofit/>
            </a:bodyPr>
            <a:lstStyle/>
            <a:p>
              <a:pPr indent="-285750" lvl="0" marL="285750" marR="0" rtl="0" algn="l">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OLS Methodology</a:t>
              </a:r>
              <a:endParaRPr/>
            </a:p>
            <a:p>
              <a:pPr indent="-285750" lvl="0" marL="285750" marR="0" rtl="0" algn="l">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Ridge (L2) and Lasso (L1) applied to test whether overfitting exists</a:t>
              </a:r>
              <a:endParaRPr/>
            </a:p>
            <a:p>
              <a:pPr indent="-285750" lvl="0" marL="285750" marR="0" rtl="0" algn="l">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Scaling required for L2 and L1</a:t>
              </a:r>
              <a:endParaRPr/>
            </a:p>
          </p:txBody>
        </p:sp>
        <p:sp>
          <p:nvSpPr>
            <p:cNvPr id="303" name="Google Shape;303;p9"/>
            <p:cNvSpPr/>
            <p:nvPr/>
          </p:nvSpPr>
          <p:spPr>
            <a:xfrm>
              <a:off x="5933018" y="2358571"/>
              <a:ext cx="2451100" cy="3082690"/>
            </a:xfrm>
            <a:prstGeom prst="rect">
              <a:avLst/>
            </a:prstGeom>
            <a:solidFill>
              <a:srgbClr val="D3E9F3"/>
            </a:solidFill>
            <a:ln>
              <a:noFill/>
            </a:ln>
            <a:effectLst>
              <a:outerShdw blurRad="50800" rotWithShape="0" algn="tl" dir="2700000" dist="38100">
                <a:srgbClr val="000000">
                  <a:alpha val="40000"/>
                </a:srgbClr>
              </a:outerShdw>
            </a:effectLst>
          </p:spPr>
          <p:txBody>
            <a:bodyPr anchorCtr="0" anchor="ctr" bIns="73150" lIns="73150" spcFirstLastPara="1" rIns="73150" wrap="square" tIns="73150">
              <a:noAutofit/>
            </a:bodyPr>
            <a:lstStyle/>
            <a:p>
              <a:pPr indent="-285750" lvl="0" marL="285750" marR="0" rtl="0" algn="l">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Non-linear, interpretable splits.</a:t>
              </a:r>
              <a:endParaRPr/>
            </a:p>
            <a:p>
              <a:pPr indent="-285750" lvl="0" marL="285750" marR="0" rtl="0" algn="l">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Handles outliers and categorical logic naturally</a:t>
              </a:r>
              <a:endParaRPr/>
            </a:p>
            <a:p>
              <a:pPr indent="-285750" lvl="0" marL="285750" marR="0" rtl="0" algn="l">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No scaling needed</a:t>
              </a:r>
              <a:endParaRPr/>
            </a:p>
          </p:txBody>
        </p:sp>
        <p:sp>
          <p:nvSpPr>
            <p:cNvPr id="304" name="Google Shape;304;p9"/>
            <p:cNvSpPr/>
            <p:nvPr/>
          </p:nvSpPr>
          <p:spPr>
            <a:xfrm>
              <a:off x="8705851" y="2358571"/>
              <a:ext cx="2451100" cy="3082690"/>
            </a:xfrm>
            <a:prstGeom prst="rect">
              <a:avLst/>
            </a:prstGeom>
            <a:solidFill>
              <a:srgbClr val="D3E9F3"/>
            </a:solidFill>
            <a:ln>
              <a:noFill/>
            </a:ln>
            <a:effectLst>
              <a:outerShdw blurRad="50800" rotWithShape="0" algn="tl" dir="2700000" dist="38100">
                <a:srgbClr val="000000">
                  <a:alpha val="40000"/>
                </a:srgbClr>
              </a:outerShdw>
            </a:effectLst>
          </p:spPr>
          <p:txBody>
            <a:bodyPr anchorCtr="0" anchor="ctr" bIns="73150" lIns="73150" spcFirstLastPara="1" rIns="73150" wrap="square" tIns="73150">
              <a:noAutofit/>
            </a:bodyPr>
            <a:lstStyle/>
            <a:p>
              <a:pPr indent="-285750" lvl="0" marL="285750" marR="0" rtl="0" algn="l">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Ensemble of decision trees</a:t>
              </a:r>
              <a:endParaRPr/>
            </a:p>
            <a:p>
              <a:pPr indent="-285750" lvl="0" marL="285750" marR="0" rtl="0" algn="l">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Reduces risks of overfitting by averaging predictions</a:t>
              </a:r>
              <a:endParaRPr/>
            </a:p>
          </p:txBody>
        </p:sp>
      </p:grpSp>
      <p:sp>
        <p:nvSpPr>
          <p:cNvPr id="305" name="Google Shape;305;p9"/>
          <p:cNvSpPr/>
          <p:nvPr/>
        </p:nvSpPr>
        <p:spPr>
          <a:xfrm>
            <a:off x="457200" y="121643"/>
            <a:ext cx="1433945" cy="200475"/>
          </a:xfrm>
          <a:prstGeom prst="rect">
            <a:avLst/>
          </a:prstGeom>
          <a:solidFill>
            <a:schemeClr val="accent2"/>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rPr b="1" i="0" lang="en-GB" sz="1400" u="none" cap="none" strike="noStrike">
                <a:solidFill>
                  <a:schemeClr val="dk1"/>
                </a:solidFill>
                <a:latin typeface="Arial"/>
                <a:ea typeface="Arial"/>
                <a:cs typeface="Arial"/>
                <a:sym typeface="Arial"/>
              </a:rPr>
              <a:t>Models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0"/>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600"/>
              <a:buFont typeface="Play"/>
              <a:buNone/>
            </a:pPr>
            <a:r>
              <a:rPr lang="en-GB"/>
              <a:t>MODEL PERFORMANCE COMPARISON AND HYPERPARAMETERS SELECTION</a:t>
            </a:r>
            <a:endParaRPr/>
          </a:p>
        </p:txBody>
      </p:sp>
      <p:sp>
        <p:nvSpPr>
          <p:cNvPr id="311" name="Google Shape;311;p10"/>
          <p:cNvSpPr txBox="1"/>
          <p:nvPr>
            <p:ph idx="1" type="body"/>
          </p:nvPr>
        </p:nvSpPr>
        <p:spPr>
          <a:xfrm>
            <a:off x="457200" y="1103535"/>
            <a:ext cx="11277600" cy="429768"/>
          </a:xfrm>
          <a:prstGeom prst="rect">
            <a:avLst/>
          </a:prstGeom>
          <a:noFill/>
          <a:ln>
            <a:noFill/>
          </a:ln>
        </p:spPr>
        <p:txBody>
          <a:bodyPr anchorCtr="0" anchor="t" bIns="0" lIns="0" spcFirstLastPara="1" rIns="0" wrap="square" tIns="0">
            <a:noAutofit/>
          </a:bodyPr>
          <a:lstStyle/>
          <a:p>
            <a:pPr indent="-88900" lvl="0" marL="0" rtl="0" algn="l">
              <a:spcBef>
                <a:spcPts val="0"/>
              </a:spcBef>
              <a:spcAft>
                <a:spcPts val="0"/>
              </a:spcAft>
              <a:buClr>
                <a:schemeClr val="dk1"/>
              </a:buClr>
              <a:buSzPts val="1400"/>
              <a:buFont typeface="Arial"/>
              <a:buChar char="​"/>
            </a:pPr>
            <a:r>
              <a:rPr lang="en-GB"/>
              <a:t>Model Performance comparison &amp; hyperparameter selection</a:t>
            </a:r>
            <a:endParaRPr/>
          </a:p>
          <a:p>
            <a:pPr indent="-88900" lvl="0" marL="0" rtl="0" algn="l">
              <a:spcBef>
                <a:spcPts val="0"/>
              </a:spcBef>
              <a:spcAft>
                <a:spcPts val="0"/>
              </a:spcAft>
              <a:buClr>
                <a:schemeClr val="dk1"/>
              </a:buClr>
              <a:buSzPts val="1400"/>
              <a:buFont typeface="Arial"/>
              <a:buChar char="​"/>
            </a:pPr>
            <a:r>
              <a:rPr lang="en-GB"/>
              <a:t>R</a:t>
            </a:r>
            <a:r>
              <a:rPr baseline="30000" lang="en-GB"/>
              <a:t>2</a:t>
            </a:r>
            <a:endParaRPr/>
          </a:p>
        </p:txBody>
      </p:sp>
      <p:grpSp>
        <p:nvGrpSpPr>
          <p:cNvPr id="312" name="Google Shape;312;p10"/>
          <p:cNvGrpSpPr/>
          <p:nvPr/>
        </p:nvGrpSpPr>
        <p:grpSpPr>
          <a:xfrm>
            <a:off x="499790" y="3429000"/>
            <a:ext cx="11235010" cy="525610"/>
            <a:chOff x="387350" y="2358571"/>
            <a:chExt cx="16253516" cy="3082690"/>
          </a:xfrm>
        </p:grpSpPr>
        <p:sp>
          <p:nvSpPr>
            <p:cNvPr id="313" name="Google Shape;313;p10"/>
            <p:cNvSpPr/>
            <p:nvPr/>
          </p:nvSpPr>
          <p:spPr>
            <a:xfrm>
              <a:off x="387350" y="2358571"/>
              <a:ext cx="2451100" cy="3082690"/>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t" bIns="73150" lIns="73150" spcFirstLastPara="1" rIns="73150" wrap="square" tIns="73150">
              <a:noAutofit/>
            </a:bodyPr>
            <a:lstStyle/>
            <a:p>
              <a:pPr indent="0" lvl="1" marL="179994" marR="0" rtl="0" algn="ctr">
                <a:spcBef>
                  <a:spcPts val="0"/>
                </a:spcBef>
                <a:spcAft>
                  <a:spcPts val="0"/>
                </a:spcAft>
                <a:buNone/>
              </a:pPr>
              <a:r>
                <a:rPr b="0" i="0" lang="en-GB" sz="1050" u="none" cap="none" strike="noStrike">
                  <a:solidFill>
                    <a:schemeClr val="dk1"/>
                  </a:solidFill>
                  <a:latin typeface="Arial"/>
                  <a:ea typeface="Arial"/>
                  <a:cs typeface="Arial"/>
                  <a:sym typeface="Arial"/>
                </a:rPr>
                <a:t>K in [5,10, 25]</a:t>
              </a:r>
              <a:endParaRPr/>
            </a:p>
          </p:txBody>
        </p:sp>
        <p:sp>
          <p:nvSpPr>
            <p:cNvPr id="314" name="Google Shape;314;p10"/>
            <p:cNvSpPr/>
            <p:nvPr/>
          </p:nvSpPr>
          <p:spPr>
            <a:xfrm>
              <a:off x="3160184" y="2358571"/>
              <a:ext cx="2451100" cy="3082690"/>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t" bIns="73150" lIns="73150" spcFirstLastPara="1" rIns="73150" wrap="square" tIns="73150">
              <a:noAutofit/>
            </a:bodyPr>
            <a:lstStyle/>
            <a:p>
              <a:pPr indent="0" lvl="1" marL="179994" marR="0" rtl="0" algn="ctr">
                <a:spcBef>
                  <a:spcPts val="0"/>
                </a:spcBef>
                <a:spcAft>
                  <a:spcPts val="0"/>
                </a:spcAft>
                <a:buNone/>
              </a:pPr>
              <a:r>
                <a:rPr b="0" i="0" lang="en-GB" sz="1050" u="none" cap="none" strike="noStrike">
                  <a:solidFill>
                    <a:schemeClr val="dk1"/>
                  </a:solidFill>
                  <a:latin typeface="Arial"/>
                  <a:ea typeface="Arial"/>
                  <a:cs typeface="Arial"/>
                  <a:sym typeface="Arial"/>
                </a:rPr>
                <a:t>N.a.</a:t>
              </a:r>
              <a:endParaRPr b="0" i="0" sz="1050" u="none" cap="none" strike="noStrike">
                <a:solidFill>
                  <a:schemeClr val="dk1"/>
                </a:solidFill>
                <a:latin typeface="Arial"/>
                <a:ea typeface="Arial"/>
                <a:cs typeface="Arial"/>
                <a:sym typeface="Arial"/>
              </a:endParaRPr>
            </a:p>
          </p:txBody>
        </p:sp>
        <p:sp>
          <p:nvSpPr>
            <p:cNvPr id="315" name="Google Shape;315;p10"/>
            <p:cNvSpPr/>
            <p:nvPr/>
          </p:nvSpPr>
          <p:spPr>
            <a:xfrm>
              <a:off x="5933018" y="2358571"/>
              <a:ext cx="2451100" cy="3082690"/>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t" bIns="73150" lIns="73150" spcFirstLastPara="1" rIns="73150" wrap="square" tIns="73150">
              <a:noAutofit/>
            </a:bodyPr>
            <a:lstStyle/>
            <a:p>
              <a:pPr indent="0" lvl="1" marL="179994" marR="0" rtl="0" algn="ctr">
                <a:spcBef>
                  <a:spcPts val="0"/>
                </a:spcBef>
                <a:spcAft>
                  <a:spcPts val="0"/>
                </a:spcAft>
                <a:buNone/>
              </a:pPr>
              <a:r>
                <a:rPr b="0" i="0" lang="en-GB" sz="1050" u="none" cap="none" strike="noStrike">
                  <a:solidFill>
                    <a:schemeClr val="dk1"/>
                  </a:solidFill>
                  <a:latin typeface="Arial"/>
                  <a:ea typeface="Arial"/>
                  <a:cs typeface="Arial"/>
                  <a:sym typeface="Arial"/>
                </a:rPr>
                <a:t>Alpha = 1 </a:t>
              </a:r>
              <a:endParaRPr/>
            </a:p>
          </p:txBody>
        </p:sp>
        <p:sp>
          <p:nvSpPr>
            <p:cNvPr id="316" name="Google Shape;316;p10"/>
            <p:cNvSpPr/>
            <p:nvPr/>
          </p:nvSpPr>
          <p:spPr>
            <a:xfrm>
              <a:off x="8705851" y="2358571"/>
              <a:ext cx="2451100" cy="3082690"/>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t" bIns="73150" lIns="73150" spcFirstLastPara="1" rIns="73150" wrap="square" tIns="73150">
              <a:noAutofit/>
            </a:bodyPr>
            <a:lstStyle/>
            <a:p>
              <a:pPr indent="0" lvl="1" marL="179994" marR="0" rtl="0" algn="ctr">
                <a:spcBef>
                  <a:spcPts val="0"/>
                </a:spcBef>
                <a:spcAft>
                  <a:spcPts val="0"/>
                </a:spcAft>
                <a:buNone/>
              </a:pPr>
              <a:r>
                <a:rPr b="0" i="0" lang="en-GB" sz="1050" u="none" cap="none" strike="noStrike">
                  <a:solidFill>
                    <a:schemeClr val="dk1"/>
                  </a:solidFill>
                  <a:latin typeface="Arial"/>
                  <a:ea typeface="Arial"/>
                  <a:cs typeface="Arial"/>
                  <a:sym typeface="Arial"/>
                </a:rPr>
                <a:t>Alpha = 0.01</a:t>
              </a:r>
              <a:endParaRPr/>
            </a:p>
          </p:txBody>
        </p:sp>
        <p:sp>
          <p:nvSpPr>
            <p:cNvPr id="317" name="Google Shape;317;p10"/>
            <p:cNvSpPr/>
            <p:nvPr/>
          </p:nvSpPr>
          <p:spPr>
            <a:xfrm>
              <a:off x="11416934" y="2358571"/>
              <a:ext cx="2451100" cy="3082690"/>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t" bIns="73150" lIns="0" spcFirstLastPara="1" rIns="73150" wrap="square" tIns="73150">
              <a:noAutofit/>
            </a:bodyPr>
            <a:lstStyle/>
            <a:p>
              <a:pPr indent="0" lvl="1" marL="179994" marR="0" rtl="0" algn="ctr">
                <a:spcBef>
                  <a:spcPts val="0"/>
                </a:spcBef>
                <a:spcAft>
                  <a:spcPts val="0"/>
                </a:spcAft>
                <a:buNone/>
              </a:pPr>
              <a:r>
                <a:rPr b="0" i="0" lang="en-GB" sz="1050" u="none" cap="none" strike="noStrike">
                  <a:solidFill>
                    <a:schemeClr val="dk1"/>
                  </a:solidFill>
                  <a:latin typeface="Arial"/>
                  <a:ea typeface="Arial"/>
                  <a:cs typeface="Arial"/>
                  <a:sym typeface="Arial"/>
                </a:rPr>
                <a:t>max_depths = [5, 10]</a:t>
              </a:r>
              <a:endParaRPr/>
            </a:p>
            <a:p>
              <a:pPr indent="0" lvl="1" marL="179994" marR="0" rtl="0" algn="ctr">
                <a:spcBef>
                  <a:spcPts val="300"/>
                </a:spcBef>
                <a:spcAft>
                  <a:spcPts val="0"/>
                </a:spcAft>
                <a:buNone/>
              </a:pPr>
              <a:r>
                <a:rPr b="0" i="0" lang="en-GB" sz="1050" u="none" cap="none" strike="noStrike">
                  <a:solidFill>
                    <a:schemeClr val="dk1"/>
                  </a:solidFill>
                  <a:latin typeface="Arial"/>
                  <a:ea typeface="Arial"/>
                  <a:cs typeface="Arial"/>
                  <a:sym typeface="Arial"/>
                </a:rPr>
                <a:t>min_splits = [2, 5]</a:t>
              </a:r>
              <a:endParaRPr/>
            </a:p>
            <a:p>
              <a:pPr indent="0" lvl="1" marL="179994" marR="0" rtl="0" algn="ctr">
                <a:spcBef>
                  <a:spcPts val="300"/>
                </a:spcBef>
                <a:spcAft>
                  <a:spcPts val="0"/>
                </a:spcAft>
                <a:buNone/>
              </a:pPr>
              <a:r>
                <a:rPr b="0" i="0" lang="en-GB" sz="1050" u="none" cap="none" strike="noStrike">
                  <a:solidFill>
                    <a:schemeClr val="dk1"/>
                  </a:solidFill>
                  <a:latin typeface="Arial"/>
                  <a:ea typeface="Arial"/>
                  <a:cs typeface="Arial"/>
                  <a:sym typeface="Arial"/>
                </a:rPr>
                <a:t>min_leafs = [2, 5]</a:t>
              </a:r>
              <a:endParaRPr/>
            </a:p>
          </p:txBody>
        </p:sp>
        <p:sp>
          <p:nvSpPr>
            <p:cNvPr id="318" name="Google Shape;318;p10"/>
            <p:cNvSpPr/>
            <p:nvPr/>
          </p:nvSpPr>
          <p:spPr>
            <a:xfrm>
              <a:off x="14189766" y="2358571"/>
              <a:ext cx="2451100" cy="3082690"/>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t" bIns="73150" lIns="0" spcFirstLastPara="1" rIns="73150" wrap="square" tIns="73150">
              <a:noAutofit/>
            </a:bodyPr>
            <a:lstStyle/>
            <a:p>
              <a:pPr indent="0" lvl="1" marL="179994" marR="0" rtl="0" algn="ctr">
                <a:spcBef>
                  <a:spcPts val="0"/>
                </a:spcBef>
                <a:spcAft>
                  <a:spcPts val="0"/>
                </a:spcAft>
                <a:buNone/>
              </a:pPr>
              <a:r>
                <a:rPr b="0" i="0" lang="en-GB" sz="1050" u="none" cap="none" strike="noStrike">
                  <a:solidFill>
                    <a:schemeClr val="dk1"/>
                  </a:solidFill>
                  <a:latin typeface="Arial"/>
                  <a:ea typeface="Arial"/>
                  <a:cs typeface="Arial"/>
                  <a:sym typeface="Arial"/>
                </a:rPr>
                <a:t>max_depths = [5, 10]</a:t>
              </a:r>
              <a:endParaRPr/>
            </a:p>
            <a:p>
              <a:pPr indent="0" lvl="1" marL="179994" marR="0" rtl="0" algn="ctr">
                <a:spcBef>
                  <a:spcPts val="300"/>
                </a:spcBef>
                <a:spcAft>
                  <a:spcPts val="0"/>
                </a:spcAft>
                <a:buNone/>
              </a:pPr>
              <a:r>
                <a:rPr b="0" i="0" lang="en-GB" sz="1050" u="none" cap="none" strike="noStrike">
                  <a:solidFill>
                    <a:schemeClr val="dk1"/>
                  </a:solidFill>
                  <a:latin typeface="Arial"/>
                  <a:ea typeface="Arial"/>
                  <a:cs typeface="Arial"/>
                  <a:sym typeface="Arial"/>
                </a:rPr>
                <a:t>min_splits = [2, 5]</a:t>
              </a:r>
              <a:endParaRPr/>
            </a:p>
            <a:p>
              <a:pPr indent="0" lvl="1" marL="179994" marR="0" rtl="0" algn="ctr">
                <a:spcBef>
                  <a:spcPts val="300"/>
                </a:spcBef>
                <a:spcAft>
                  <a:spcPts val="0"/>
                </a:spcAft>
                <a:buNone/>
              </a:pPr>
              <a:r>
                <a:rPr b="0" i="0" lang="en-GB" sz="1050" u="none" cap="none" strike="noStrike">
                  <a:solidFill>
                    <a:schemeClr val="dk1"/>
                  </a:solidFill>
                  <a:latin typeface="Arial"/>
                  <a:ea typeface="Arial"/>
                  <a:cs typeface="Arial"/>
                  <a:sym typeface="Arial"/>
                </a:rPr>
                <a:t>min_leafs = [2, 5]</a:t>
              </a:r>
              <a:endParaRPr/>
            </a:p>
          </p:txBody>
        </p:sp>
      </p:grpSp>
      <p:graphicFrame>
        <p:nvGraphicFramePr>
          <p:cNvPr id="319" name="Google Shape;319;p10"/>
          <p:cNvGraphicFramePr/>
          <p:nvPr/>
        </p:nvGraphicFramePr>
        <p:xfrm>
          <a:off x="465138" y="1470025"/>
          <a:ext cx="11352212" cy="1931988"/>
        </p:xfrm>
        <a:graphic>
          <a:graphicData uri="http://schemas.openxmlformats.org/drawingml/2006/chart">
            <c:chart r:id="rId3"/>
          </a:graphicData>
        </a:graphic>
      </p:graphicFrame>
      <p:sp>
        <p:nvSpPr>
          <p:cNvPr id="320" name="Google Shape;320;p10"/>
          <p:cNvSpPr/>
          <p:nvPr/>
        </p:nvSpPr>
        <p:spPr>
          <a:xfrm>
            <a:off x="1236663" y="3130550"/>
            <a:ext cx="485775" cy="27463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KNN</a:t>
            </a:r>
            <a:endParaRPr b="1" i="0" sz="1800" u="none" cap="none" strike="noStrike">
              <a:solidFill>
                <a:schemeClr val="dk1"/>
              </a:solidFill>
              <a:latin typeface="Arial"/>
              <a:ea typeface="Arial"/>
              <a:cs typeface="Arial"/>
              <a:sym typeface="Arial"/>
            </a:endParaRPr>
          </a:p>
        </p:txBody>
      </p:sp>
      <p:sp>
        <p:nvSpPr>
          <p:cNvPr id="321" name="Google Shape;321;p10"/>
          <p:cNvSpPr/>
          <p:nvPr/>
        </p:nvSpPr>
        <p:spPr>
          <a:xfrm>
            <a:off x="3125788" y="3130550"/>
            <a:ext cx="434975" cy="27463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OLS</a:t>
            </a:r>
            <a:endParaRPr b="1" i="0" sz="1800" u="none" cap="none" strike="noStrike">
              <a:solidFill>
                <a:schemeClr val="dk1"/>
              </a:solidFill>
              <a:latin typeface="Arial"/>
              <a:ea typeface="Arial"/>
              <a:cs typeface="Arial"/>
              <a:sym typeface="Arial"/>
            </a:endParaRPr>
          </a:p>
        </p:txBody>
      </p:sp>
      <p:sp>
        <p:nvSpPr>
          <p:cNvPr id="322" name="Google Shape;322;p10"/>
          <p:cNvSpPr/>
          <p:nvPr/>
        </p:nvSpPr>
        <p:spPr>
          <a:xfrm>
            <a:off x="4868863" y="3130550"/>
            <a:ext cx="681038" cy="27463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RIDGE</a:t>
            </a:r>
            <a:endParaRPr b="1" i="0" sz="1800" u="none" cap="none" strike="noStrike">
              <a:solidFill>
                <a:schemeClr val="dk1"/>
              </a:solidFill>
              <a:latin typeface="Arial"/>
              <a:ea typeface="Arial"/>
              <a:cs typeface="Arial"/>
              <a:sym typeface="Arial"/>
            </a:endParaRPr>
          </a:p>
        </p:txBody>
      </p:sp>
      <p:sp>
        <p:nvSpPr>
          <p:cNvPr id="323" name="Google Shape;323;p10"/>
          <p:cNvSpPr/>
          <p:nvPr/>
        </p:nvSpPr>
        <p:spPr>
          <a:xfrm>
            <a:off x="6716713" y="3130550"/>
            <a:ext cx="712788" cy="27463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LASSO</a:t>
            </a:r>
            <a:endParaRPr b="1" i="0" sz="1800" u="none" cap="none" strike="noStrike">
              <a:solidFill>
                <a:schemeClr val="dk1"/>
              </a:solidFill>
              <a:latin typeface="Arial"/>
              <a:ea typeface="Arial"/>
              <a:cs typeface="Arial"/>
              <a:sym typeface="Arial"/>
            </a:endParaRPr>
          </a:p>
        </p:txBody>
      </p:sp>
      <p:sp>
        <p:nvSpPr>
          <p:cNvPr id="324" name="Google Shape;324;p10"/>
          <p:cNvSpPr/>
          <p:nvPr/>
        </p:nvSpPr>
        <p:spPr>
          <a:xfrm>
            <a:off x="8221663" y="3130550"/>
            <a:ext cx="1431925" cy="27463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Decision Tree</a:t>
            </a:r>
            <a:endParaRPr b="1" i="0" sz="1800" u="none" cap="none" strike="noStrike">
              <a:solidFill>
                <a:schemeClr val="dk1"/>
              </a:solidFill>
              <a:latin typeface="Arial"/>
              <a:ea typeface="Arial"/>
              <a:cs typeface="Arial"/>
              <a:sym typeface="Arial"/>
            </a:endParaRPr>
          </a:p>
        </p:txBody>
      </p:sp>
      <p:sp>
        <p:nvSpPr>
          <p:cNvPr id="325" name="Google Shape;325;p10"/>
          <p:cNvSpPr/>
          <p:nvPr/>
        </p:nvSpPr>
        <p:spPr>
          <a:xfrm>
            <a:off x="10006013" y="3130550"/>
            <a:ext cx="1592263" cy="27463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Arial"/>
              <a:buNone/>
            </a:pPr>
            <a:r>
              <a:rPr b="1" i="0" lang="en-GB" sz="1800" u="none" cap="none" strike="noStrike">
                <a:solidFill>
                  <a:schemeClr val="dk1"/>
                </a:solidFill>
                <a:latin typeface="Arial"/>
                <a:ea typeface="Arial"/>
                <a:cs typeface="Arial"/>
                <a:sym typeface="Arial"/>
              </a:rPr>
              <a:t>Random Forest</a:t>
            </a:r>
            <a:endParaRPr b="1" i="0" sz="1800" u="none" cap="none" strike="noStrike">
              <a:solidFill>
                <a:schemeClr val="dk1"/>
              </a:solidFill>
              <a:latin typeface="Arial"/>
              <a:ea typeface="Arial"/>
              <a:cs typeface="Arial"/>
              <a:sym typeface="Arial"/>
            </a:endParaRPr>
          </a:p>
        </p:txBody>
      </p:sp>
      <p:grpSp>
        <p:nvGrpSpPr>
          <p:cNvPr id="326" name="Google Shape;326;p10"/>
          <p:cNvGrpSpPr/>
          <p:nvPr/>
        </p:nvGrpSpPr>
        <p:grpSpPr>
          <a:xfrm>
            <a:off x="499790" y="4090510"/>
            <a:ext cx="11235010" cy="1733596"/>
            <a:chOff x="387350" y="2581540"/>
            <a:chExt cx="16253516" cy="2859721"/>
          </a:xfrm>
        </p:grpSpPr>
        <p:sp>
          <p:nvSpPr>
            <p:cNvPr id="327" name="Google Shape;327;p10"/>
            <p:cNvSpPr/>
            <p:nvPr/>
          </p:nvSpPr>
          <p:spPr>
            <a:xfrm>
              <a:off x="387350" y="2581540"/>
              <a:ext cx="2451100" cy="2859721"/>
            </a:xfrm>
            <a:prstGeom prst="rect">
              <a:avLst/>
            </a:prstGeom>
            <a:solidFill>
              <a:srgbClr val="D3E9F3"/>
            </a:solidFill>
            <a:ln>
              <a:noFill/>
            </a:ln>
            <a:effectLst>
              <a:outerShdw blurRad="50800" rotWithShape="0" algn="tl" dir="2700000" dist="38100">
                <a:srgbClr val="000000">
                  <a:alpha val="40000"/>
                </a:srgbClr>
              </a:outerShdw>
            </a:effectLst>
          </p:spPr>
          <p:txBody>
            <a:bodyPr anchorCtr="0" anchor="t" bIns="73150" lIns="73150" spcFirstLastPara="1" rIns="73150" wrap="square" tIns="73150">
              <a:noAutofit/>
            </a:bodyPr>
            <a:lstStyle/>
            <a:p>
              <a:pPr indent="-171450" lvl="1" marL="351444" marR="0" rtl="0" algn="l">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KNN Model performs best at k= 10 but when we scale, it performs best at K=25 Overfitting with k=3 ("val") values drop significantly vs. the train data</a:t>
              </a:r>
              <a:endParaRPr b="0" i="0" sz="1100" u="none" cap="none" strike="noStrike">
                <a:solidFill>
                  <a:schemeClr val="dk1"/>
                </a:solidFill>
                <a:latin typeface="Arial"/>
                <a:ea typeface="Arial"/>
                <a:cs typeface="Arial"/>
                <a:sym typeface="Arial"/>
              </a:endParaRPr>
            </a:p>
          </p:txBody>
        </p:sp>
        <p:sp>
          <p:nvSpPr>
            <p:cNvPr id="328" name="Google Shape;328;p10"/>
            <p:cNvSpPr/>
            <p:nvPr/>
          </p:nvSpPr>
          <p:spPr>
            <a:xfrm>
              <a:off x="3160183" y="2581540"/>
              <a:ext cx="7996768" cy="2859721"/>
            </a:xfrm>
            <a:prstGeom prst="rect">
              <a:avLst/>
            </a:prstGeom>
            <a:solidFill>
              <a:srgbClr val="D3E9F3"/>
            </a:solidFill>
            <a:ln>
              <a:noFill/>
            </a:ln>
            <a:effectLst>
              <a:outerShdw blurRad="50800" rotWithShape="0" algn="tl" dir="2700000" dist="38100">
                <a:srgbClr val="000000">
                  <a:alpha val="40000"/>
                </a:srgbClr>
              </a:outerShdw>
            </a:effectLst>
          </p:spPr>
          <p:txBody>
            <a:bodyPr anchorCtr="0" anchor="t" bIns="73150" lIns="73150" spcFirstLastPara="1" rIns="73150" wrap="square" tIns="73150">
              <a:noAutofit/>
            </a:bodyPr>
            <a:lstStyle/>
            <a:p>
              <a:pPr indent="-171450" lvl="1" marL="351444" marR="0" rtl="0" algn="l">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KNN presents better results with k=10 (R2 test (val) = 78%)</a:t>
              </a:r>
              <a:endParaRPr/>
            </a:p>
            <a:p>
              <a:pPr indent="-171450" lvl="1" marL="351444" marR="0" rtl="0" algn="l">
                <a:spcBef>
                  <a:spcPts val="30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Overfitting with k=3 ("val") values drop significantly vs. the train data</a:t>
              </a:r>
              <a:endParaRPr/>
            </a:p>
            <a:p>
              <a:pPr indent="-171450" lvl="1" marL="351444" marR="0" rtl="0" algn="l">
                <a:spcBef>
                  <a:spcPts val="30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Promotion and state holiday are the most impactful features based on coeff. Results (at least ~5x times bigger than remaining coefficients)</a:t>
              </a:r>
              <a:endParaRPr/>
            </a:p>
            <a:p>
              <a:pPr indent="-171450" lvl="1" marL="351444" marR="0" rtl="0" algn="l">
                <a:spcBef>
                  <a:spcPts val="30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OLS, Lasso and Ridge delivered the same results:</a:t>
              </a:r>
              <a:endParaRPr/>
            </a:p>
            <a:p>
              <a:pPr indent="-171450" lvl="2" marL="808644" marR="0" rtl="0" algn="l">
                <a:spcBef>
                  <a:spcPts val="30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Lasso, Ridge only make a difference when the model is overfitting – not the case</a:t>
              </a:r>
              <a:endParaRPr/>
            </a:p>
            <a:p>
              <a:pPr indent="-171450" lvl="2" marL="808644" marR="0" rtl="0" algn="l">
                <a:spcBef>
                  <a:spcPts val="30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The gap is ~0 🡪 nothing to regularize</a:t>
              </a:r>
              <a:endParaRPr b="0" i="0" sz="1100" u="none" cap="none" strike="noStrike">
                <a:solidFill>
                  <a:schemeClr val="dk1"/>
                </a:solidFill>
                <a:latin typeface="Arial"/>
                <a:ea typeface="Arial"/>
                <a:cs typeface="Arial"/>
                <a:sym typeface="Arial"/>
              </a:endParaRPr>
            </a:p>
            <a:p>
              <a:pPr indent="-110144" lvl="1" marL="359988" marR="0" rtl="0" algn="l">
                <a:spcBef>
                  <a:spcPts val="30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101600" lvl="1" marL="351444" marR="0" rtl="0" algn="l">
                <a:spcBef>
                  <a:spcPts val="30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329" name="Google Shape;329;p10"/>
            <p:cNvSpPr/>
            <p:nvPr/>
          </p:nvSpPr>
          <p:spPr>
            <a:xfrm>
              <a:off x="11416934" y="2581540"/>
              <a:ext cx="2451100" cy="2859721"/>
            </a:xfrm>
            <a:prstGeom prst="rect">
              <a:avLst/>
            </a:prstGeom>
            <a:solidFill>
              <a:srgbClr val="D3E9F3"/>
            </a:solidFill>
            <a:ln>
              <a:noFill/>
            </a:ln>
            <a:effectLst>
              <a:outerShdw blurRad="50800" rotWithShape="0" algn="tl" dir="2700000" dist="38100">
                <a:srgbClr val="000000">
                  <a:alpha val="40000"/>
                </a:srgbClr>
              </a:outerShdw>
            </a:effectLst>
          </p:spPr>
          <p:txBody>
            <a:bodyPr anchorCtr="0" anchor="t" bIns="73150" lIns="0" spcFirstLastPara="1" rIns="73150" wrap="square" tIns="73150">
              <a:noAutofit/>
            </a:bodyPr>
            <a:lstStyle/>
            <a:p>
              <a:pPr indent="-171450" lvl="1" marL="351444" marR="0" rtl="0" algn="l">
                <a:spcBef>
                  <a:spcPts val="0"/>
                </a:spcBef>
                <a:spcAft>
                  <a:spcPts val="0"/>
                </a:spcAft>
                <a:buClr>
                  <a:schemeClr val="dk1"/>
                </a:buClr>
                <a:buSzPts val="1050"/>
                <a:buFont typeface="Arial"/>
                <a:buChar char="•"/>
              </a:pPr>
              <a:r>
                <a:rPr b="0" i="0" lang="en-GB" sz="1050" u="none" cap="none" strike="noStrike">
                  <a:solidFill>
                    <a:schemeClr val="dk1"/>
                  </a:solidFill>
                  <a:latin typeface="Arial"/>
                  <a:ea typeface="Arial"/>
                  <a:cs typeface="Arial"/>
                  <a:sym typeface="Arial"/>
                </a:rPr>
                <a:t>The Decision Tree was able to capture non-linear relationships in the dataset</a:t>
              </a:r>
              <a:endParaRPr/>
            </a:p>
            <a:p>
              <a:pPr indent="-171450" lvl="1" marL="351444" marR="0" rtl="0" algn="l">
                <a:spcBef>
                  <a:spcPts val="300"/>
                </a:spcBef>
                <a:spcAft>
                  <a:spcPts val="0"/>
                </a:spcAft>
                <a:buClr>
                  <a:schemeClr val="dk1"/>
                </a:buClr>
                <a:buSzPts val="1050"/>
                <a:buFont typeface="Arial"/>
                <a:buChar char="•"/>
              </a:pPr>
              <a:r>
                <a:rPr b="0" i="0" lang="en-GB" sz="1050" u="none" cap="none" strike="noStrike">
                  <a:solidFill>
                    <a:schemeClr val="dk1"/>
                  </a:solidFill>
                  <a:latin typeface="Arial"/>
                  <a:ea typeface="Arial"/>
                  <a:cs typeface="Arial"/>
                  <a:sym typeface="Arial"/>
                </a:rPr>
                <a:t>Compared</a:t>
              </a:r>
              <a:endParaRPr/>
            </a:p>
            <a:p>
              <a:pPr indent="-171450" lvl="1" marL="351444" marR="0" rtl="0" algn="l">
                <a:spcBef>
                  <a:spcPts val="300"/>
                </a:spcBef>
                <a:spcAft>
                  <a:spcPts val="0"/>
                </a:spcAft>
                <a:buClr>
                  <a:schemeClr val="dk1"/>
                </a:buClr>
                <a:buSzPts val="1050"/>
                <a:buFont typeface="Arial"/>
                <a:buChar char="•"/>
              </a:pPr>
              <a:r>
                <a:rPr b="0" i="0" lang="en-GB" sz="1050" u="none" cap="none" strike="noStrike">
                  <a:solidFill>
                    <a:schemeClr val="dk1"/>
                  </a:solidFill>
                  <a:latin typeface="Arial"/>
                  <a:ea typeface="Arial"/>
                  <a:cs typeface="Arial"/>
                  <a:sym typeface="Arial"/>
                </a:rPr>
                <a:t>to simpler models like Linear Regression, it performed better due to its flexibility.</a:t>
              </a:r>
              <a:endParaRPr/>
            </a:p>
          </p:txBody>
        </p:sp>
        <p:sp>
          <p:nvSpPr>
            <p:cNvPr id="330" name="Google Shape;330;p10"/>
            <p:cNvSpPr/>
            <p:nvPr/>
          </p:nvSpPr>
          <p:spPr>
            <a:xfrm>
              <a:off x="14189766" y="2581540"/>
              <a:ext cx="2451100" cy="2859721"/>
            </a:xfrm>
            <a:prstGeom prst="rect">
              <a:avLst/>
            </a:prstGeom>
            <a:solidFill>
              <a:srgbClr val="D3E9F3"/>
            </a:solidFill>
            <a:ln>
              <a:noFill/>
            </a:ln>
            <a:effectLst>
              <a:outerShdw blurRad="50800" rotWithShape="0" algn="tl" dir="2700000" dist="38100">
                <a:srgbClr val="000000">
                  <a:alpha val="40000"/>
                </a:srgbClr>
              </a:outerShdw>
            </a:effectLst>
          </p:spPr>
          <p:txBody>
            <a:bodyPr anchorCtr="0" anchor="t" bIns="73150" lIns="0" spcFirstLastPara="1" rIns="73150" wrap="square" tIns="73150">
              <a:noAutofit/>
            </a:bodyPr>
            <a:lstStyle/>
            <a:p>
              <a:pPr indent="-171450" lvl="1" marL="351444" marR="0" rtl="0" algn="l">
                <a:spcBef>
                  <a:spcPts val="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Random Forest outperformed Decision Tree</a:t>
              </a:r>
              <a:endParaRPr/>
            </a:p>
            <a:p>
              <a:pPr indent="-171450" lvl="1" marL="351444" marR="0" rtl="0" algn="l">
                <a:spcBef>
                  <a:spcPts val="300"/>
                </a:spcBef>
                <a:spcAft>
                  <a:spcPts val="0"/>
                </a:spcAft>
                <a:buClr>
                  <a:schemeClr val="dk1"/>
                </a:buClr>
                <a:buSzPts val="1100"/>
                <a:buFont typeface="Arial"/>
                <a:buChar char="•"/>
              </a:pPr>
              <a:r>
                <a:rPr b="0" i="0" lang="en-GB" sz="1100" u="none" cap="none" strike="noStrike">
                  <a:solidFill>
                    <a:schemeClr val="dk1"/>
                  </a:solidFill>
                  <a:latin typeface="Arial"/>
                  <a:ea typeface="Arial"/>
                  <a:cs typeface="Arial"/>
                  <a:sym typeface="Arial"/>
                </a:rPr>
                <a:t>This is because ensemble methods reduce overfitting and improve prediction stability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1"/>
          <p:cNvSpPr txBox="1"/>
          <p:nvPr>
            <p:ph idx="1" type="body"/>
          </p:nvPr>
        </p:nvSpPr>
        <p:spPr>
          <a:xfrm>
            <a:off x="457199" y="4426803"/>
            <a:ext cx="8348472" cy="534505"/>
          </a:xfrm>
          <a:prstGeom prst="rect">
            <a:avLst/>
          </a:prstGeom>
          <a:noFill/>
          <a:ln>
            <a:noFill/>
          </a:ln>
        </p:spPr>
        <p:txBody>
          <a:bodyPr anchorCtr="0" anchor="t" bIns="0" lIns="0" spcFirstLastPara="1" rIns="0" wrap="square" tIns="0">
            <a:spAutoFit/>
          </a:bodyPr>
          <a:lstStyle/>
          <a:p>
            <a:pPr indent="-254000" lvl="0" marL="0" rtl="0" algn="l">
              <a:lnSpc>
                <a:spcPct val="85000"/>
              </a:lnSpc>
              <a:spcBef>
                <a:spcPts val="0"/>
              </a:spcBef>
              <a:spcAft>
                <a:spcPts val="0"/>
              </a:spcAft>
              <a:buClr>
                <a:schemeClr val="dk1"/>
              </a:buClr>
              <a:buSzPts val="4000"/>
              <a:buFont typeface="Arial"/>
              <a:buChar char="​"/>
            </a:pPr>
            <a:r>
              <a:rPr lang="en-GB"/>
              <a:t>Outputs and Conclusions</a:t>
            </a:r>
            <a:endParaRPr/>
          </a:p>
        </p:txBody>
      </p:sp>
      <p:sp>
        <p:nvSpPr>
          <p:cNvPr id="337" name="Google Shape;337;p11"/>
          <p:cNvSpPr txBox="1"/>
          <p:nvPr>
            <p:ph idx="2" type="body"/>
          </p:nvPr>
        </p:nvSpPr>
        <p:spPr>
          <a:xfrm>
            <a:off x="457200" y="2274838"/>
            <a:ext cx="8348472" cy="2308324"/>
          </a:xfrm>
          <a:prstGeom prst="rect">
            <a:avLst/>
          </a:prstGeom>
          <a:noFill/>
          <a:ln>
            <a:noFill/>
          </a:ln>
        </p:spPr>
        <p:txBody>
          <a:bodyPr anchorCtr="0" anchor="b" bIns="0" lIns="0" spcFirstLastPara="1" rIns="0" wrap="square" tIns="0">
            <a:spAutoFit/>
          </a:bodyPr>
          <a:lstStyle/>
          <a:p>
            <a:pPr indent="-952500" lvl="0" marL="0" rtl="0" algn="l">
              <a:lnSpc>
                <a:spcPct val="100000"/>
              </a:lnSpc>
              <a:spcBef>
                <a:spcPts val="0"/>
              </a:spcBef>
              <a:spcAft>
                <a:spcPts val="0"/>
              </a:spcAft>
              <a:buClr>
                <a:schemeClr val="dk1"/>
              </a:buClr>
              <a:buSzPts val="15000"/>
              <a:buFont typeface="Arial"/>
              <a:buChar char="​"/>
            </a:pPr>
            <a:r>
              <a:rPr lang="en-GB"/>
              <a:t>03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2"/>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800"/>
              <a:buFont typeface="Play"/>
              <a:buNone/>
            </a:pPr>
            <a:r>
              <a:rPr lang="en-GB" sz="2800"/>
              <a:t>BASED ON EMPIRICAL VALIDATION RESULTS, THE PREDICTED SALES DATA IS EXPECTED TO ACHIEVE ~78% ACCURACY VS. REAL VALUES</a:t>
            </a:r>
            <a:endParaRPr/>
          </a:p>
        </p:txBody>
      </p:sp>
      <p:pic>
        <p:nvPicPr>
          <p:cNvPr id="343" name="Google Shape;343;p12"/>
          <p:cNvPicPr preferRelativeResize="0"/>
          <p:nvPr>
            <p:ph idx="1" type="body"/>
          </p:nvPr>
        </p:nvPicPr>
        <p:blipFill rotWithShape="1">
          <a:blip r:embed="rId3">
            <a:alphaModFix/>
          </a:blip>
          <a:srcRect b="0" l="0" r="0" t="0"/>
          <a:stretch/>
        </p:blipFill>
        <p:spPr>
          <a:xfrm>
            <a:off x="748145" y="1592139"/>
            <a:ext cx="10397222" cy="488181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3"/>
          <p:cNvSpPr txBox="1"/>
          <p:nvPr>
            <p:ph type="title"/>
          </p:nvPr>
        </p:nvSpPr>
        <p:spPr>
          <a:xfrm>
            <a:off x="457200" y="384048"/>
            <a:ext cx="11277600" cy="758952"/>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600"/>
              <a:buFont typeface="Play"/>
              <a:buNone/>
            </a:pPr>
            <a:r>
              <a:rPr lang="en-GB"/>
              <a:t>FOR THE REAL SALE DATA, BASED ON EMPIRICAL SCIENTIFIC EVIDENCE, THE REAL_SALES DATA WILL HAVE ~81% ACCURACY</a:t>
            </a:r>
            <a:endParaRPr/>
          </a:p>
        </p:txBody>
      </p:sp>
      <p:sp>
        <p:nvSpPr>
          <p:cNvPr id="349" name="Google Shape;349;p13"/>
          <p:cNvSpPr/>
          <p:nvPr/>
        </p:nvSpPr>
        <p:spPr>
          <a:xfrm>
            <a:off x="-57151" y="1702387"/>
            <a:ext cx="12249151" cy="1113551"/>
          </a:xfrm>
          <a:prstGeom prst="rect">
            <a:avLst/>
          </a:prstGeom>
          <a:solidFill>
            <a:schemeClr val="accent1"/>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rPr b="1" i="0" lang="en-GB" sz="3200" u="none" cap="none" strike="noStrike">
                <a:solidFill>
                  <a:schemeClr val="dk1"/>
                </a:solidFill>
                <a:latin typeface="Arial"/>
                <a:ea typeface="Arial"/>
                <a:cs typeface="Arial"/>
                <a:sym typeface="Arial"/>
              </a:rPr>
              <a:t>Best Model: Random Forest</a:t>
            </a:r>
            <a:endParaRPr b="1" baseline="30000" i="0" sz="3200" u="none" cap="none" strike="noStrike">
              <a:solidFill>
                <a:schemeClr val="dk1"/>
              </a:solidFill>
              <a:latin typeface="Arial"/>
              <a:ea typeface="Arial"/>
              <a:cs typeface="Arial"/>
              <a:sym typeface="Arial"/>
            </a:endParaRPr>
          </a:p>
        </p:txBody>
      </p:sp>
      <p:grpSp>
        <p:nvGrpSpPr>
          <p:cNvPr id="350" name="Google Shape;350;p13"/>
          <p:cNvGrpSpPr/>
          <p:nvPr/>
        </p:nvGrpSpPr>
        <p:grpSpPr>
          <a:xfrm>
            <a:off x="561109" y="3445491"/>
            <a:ext cx="11173691" cy="2325757"/>
            <a:chOff x="561109" y="3018559"/>
            <a:chExt cx="8853055" cy="3772350"/>
          </a:xfrm>
        </p:grpSpPr>
        <p:sp>
          <p:nvSpPr>
            <p:cNvPr id="351" name="Google Shape;351;p13"/>
            <p:cNvSpPr/>
            <p:nvPr/>
          </p:nvSpPr>
          <p:spPr>
            <a:xfrm>
              <a:off x="561109" y="3018559"/>
              <a:ext cx="2675659" cy="1806167"/>
            </a:xfrm>
            <a:prstGeom prst="rect">
              <a:avLst/>
            </a:prstGeom>
            <a:solidFill>
              <a:srgbClr val="AAA7BA"/>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rPr b="1" i="0" lang="en-GB" sz="1400" u="none" cap="none" strike="noStrike">
                  <a:solidFill>
                    <a:schemeClr val="dk1"/>
                  </a:solidFill>
                  <a:latin typeface="Arial"/>
                  <a:ea typeface="Arial"/>
                  <a:cs typeface="Arial"/>
                  <a:sym typeface="Arial"/>
                </a:rPr>
                <a:t>Real_Data.csv + Sales Prediction</a:t>
              </a:r>
              <a:endParaRPr/>
            </a:p>
          </p:txBody>
        </p:sp>
        <p:sp>
          <p:nvSpPr>
            <p:cNvPr id="352" name="Google Shape;352;p13"/>
            <p:cNvSpPr/>
            <p:nvPr/>
          </p:nvSpPr>
          <p:spPr>
            <a:xfrm>
              <a:off x="3649807" y="3018559"/>
              <a:ext cx="2675659" cy="1806167"/>
            </a:xfrm>
            <a:prstGeom prst="rect">
              <a:avLst/>
            </a:prstGeom>
            <a:solidFill>
              <a:srgbClr val="AAA7BA"/>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rPr b="1" i="0" lang="en-GB" sz="1400" u="none" cap="none" strike="noStrike">
                  <a:solidFill>
                    <a:schemeClr val="dk1"/>
                  </a:solidFill>
                  <a:latin typeface="Arial"/>
                  <a:ea typeface="Arial"/>
                  <a:cs typeface="Arial"/>
                  <a:sym typeface="Arial"/>
                </a:rPr>
                <a:t>R</a:t>
              </a:r>
              <a:r>
                <a:rPr b="1" baseline="30000" i="0" lang="en-GB" sz="1400" u="none" cap="none" strike="noStrike">
                  <a:solidFill>
                    <a:schemeClr val="dk1"/>
                  </a:solidFill>
                  <a:latin typeface="Arial"/>
                  <a:ea typeface="Arial"/>
                  <a:cs typeface="Arial"/>
                  <a:sym typeface="Arial"/>
                </a:rPr>
                <a:t>2 </a:t>
              </a:r>
              <a:r>
                <a:rPr b="1" i="0" lang="en-GB" sz="1400" u="none" cap="none" strike="noStrike">
                  <a:solidFill>
                    <a:schemeClr val="dk1"/>
                  </a:solidFill>
                  <a:latin typeface="Arial"/>
                  <a:ea typeface="Arial"/>
                  <a:cs typeface="Arial"/>
                  <a:sym typeface="Arial"/>
                </a:rPr>
                <a:t>Score =  0.78</a:t>
              </a:r>
              <a:endParaRPr/>
            </a:p>
          </p:txBody>
        </p:sp>
        <p:sp>
          <p:nvSpPr>
            <p:cNvPr id="353" name="Google Shape;353;p13"/>
            <p:cNvSpPr/>
            <p:nvPr/>
          </p:nvSpPr>
          <p:spPr>
            <a:xfrm>
              <a:off x="6738505" y="3040527"/>
              <a:ext cx="2675659" cy="1806167"/>
            </a:xfrm>
            <a:prstGeom prst="rect">
              <a:avLst/>
            </a:prstGeom>
            <a:solidFill>
              <a:srgbClr val="AAA7BA"/>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rPr b="1" i="0" lang="en-GB" sz="1400" u="none" cap="none" strike="noStrike">
                  <a:solidFill>
                    <a:schemeClr val="dk1"/>
                  </a:solidFill>
                  <a:latin typeface="Arial"/>
                  <a:ea typeface="Arial"/>
                  <a:cs typeface="Arial"/>
                  <a:sym typeface="Arial"/>
                </a:rPr>
                <a:t>RMSE = 1,442</a:t>
              </a:r>
              <a:endParaRPr/>
            </a:p>
          </p:txBody>
        </p:sp>
        <p:sp>
          <p:nvSpPr>
            <p:cNvPr id="354" name="Google Shape;354;p13"/>
            <p:cNvSpPr/>
            <p:nvPr/>
          </p:nvSpPr>
          <p:spPr>
            <a:xfrm>
              <a:off x="561109" y="4984742"/>
              <a:ext cx="2675659" cy="1806167"/>
            </a:xfrm>
            <a:prstGeom prst="rect">
              <a:avLst/>
            </a:prstGeom>
            <a:solidFill>
              <a:srgbClr val="D5D2DC"/>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rPr b="0" i="0" lang="en-GB" sz="1400" u="none" cap="none" strike="noStrike">
                  <a:solidFill>
                    <a:schemeClr val="dk1"/>
                  </a:solidFill>
                  <a:latin typeface="Arial"/>
                  <a:ea typeface="Arial"/>
                  <a:cs typeface="Arial"/>
                  <a:sym typeface="Arial"/>
                </a:rPr>
                <a:t>Real_Data.csv + Sales Prediction</a:t>
              </a:r>
              <a:endParaRPr/>
            </a:p>
            <a:p>
              <a:pPr indent="0" lvl="0" marL="0" marR="0" rtl="0" algn="ctr">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GB" sz="1400" u="none" cap="none" strike="noStrike">
                  <a:solidFill>
                    <a:schemeClr val="dk1"/>
                  </a:solidFill>
                  <a:latin typeface="Arial"/>
                  <a:ea typeface="Arial"/>
                  <a:cs typeface="Arial"/>
                  <a:sym typeface="Arial"/>
                </a:rPr>
                <a:t>70+ rows with predicted sales values generatyed by Random Forest</a:t>
              </a:r>
              <a:endParaRPr/>
            </a:p>
          </p:txBody>
        </p:sp>
        <p:sp>
          <p:nvSpPr>
            <p:cNvPr id="355" name="Google Shape;355;p13"/>
            <p:cNvSpPr/>
            <p:nvPr/>
          </p:nvSpPr>
          <p:spPr>
            <a:xfrm>
              <a:off x="3649807" y="4984742"/>
              <a:ext cx="2675659" cy="1806167"/>
            </a:xfrm>
            <a:prstGeom prst="rect">
              <a:avLst/>
            </a:prstGeom>
            <a:solidFill>
              <a:srgbClr val="D5D2DC"/>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0" lang="en-GB" sz="1400" u="none" cap="none" strike="noStrike">
                  <a:solidFill>
                    <a:schemeClr val="dk1"/>
                  </a:solidFill>
                  <a:latin typeface="Arial"/>
                  <a:ea typeface="Arial"/>
                  <a:cs typeface="Arial"/>
                  <a:sym typeface="Arial"/>
                </a:rPr>
                <a:t>The model explains 78% of the variance in daily store sales</a:t>
              </a:r>
              <a:endParaRPr/>
            </a:p>
          </p:txBody>
        </p:sp>
        <p:sp>
          <p:nvSpPr>
            <p:cNvPr id="356" name="Google Shape;356;p13"/>
            <p:cNvSpPr/>
            <p:nvPr/>
          </p:nvSpPr>
          <p:spPr>
            <a:xfrm>
              <a:off x="6738505" y="4984742"/>
              <a:ext cx="2675659" cy="1806167"/>
            </a:xfrm>
            <a:prstGeom prst="rect">
              <a:avLst/>
            </a:prstGeom>
            <a:solidFill>
              <a:srgbClr val="D5D2DC"/>
            </a:solidFill>
            <a:ln>
              <a:noFill/>
            </a:ln>
          </p:spPr>
          <p:txBody>
            <a:bodyPr anchorCtr="0" anchor="ctr" bIns="73150" lIns="73150" spcFirstLastPara="1" rIns="73150" wrap="square" tIns="73150">
              <a:noAutofit/>
            </a:bodyPr>
            <a:lstStyle/>
            <a:p>
              <a:pPr indent="0" lvl="0" marL="0" marR="0" rtl="0" algn="ctr">
                <a:spcBef>
                  <a:spcPts val="0"/>
                </a:spcBef>
                <a:spcAft>
                  <a:spcPts val="0"/>
                </a:spcAft>
                <a:buNone/>
              </a:pPr>
              <a:r>
                <a:rPr b="0" i="0" lang="en-GB" sz="1400" u="none" cap="none" strike="noStrike">
                  <a:solidFill>
                    <a:schemeClr val="dk1"/>
                  </a:solidFill>
                  <a:latin typeface="Arial"/>
                  <a:ea typeface="Arial"/>
                  <a:cs typeface="Arial"/>
                  <a:sym typeface="Arial"/>
                </a:rPr>
                <a:t>N.a.</a:t>
              </a:r>
              <a:endParaRPr b="0" i="0" sz="1400" u="none" cap="none" strike="noStrike">
                <a:solidFill>
                  <a:schemeClr val="dk1"/>
                </a:solidFill>
                <a:latin typeface="Arial"/>
                <a:ea typeface="Arial"/>
                <a:cs typeface="Arial"/>
                <a:sym typeface="Arial"/>
              </a:endParaRPr>
            </a:p>
          </p:txBody>
        </p:sp>
      </p:grpSp>
      <p:sp>
        <p:nvSpPr>
          <p:cNvPr id="357" name="Google Shape;357;p13"/>
          <p:cNvSpPr/>
          <p:nvPr/>
        </p:nvSpPr>
        <p:spPr>
          <a:xfrm>
            <a:off x="644236" y="2976996"/>
            <a:ext cx="2509405" cy="275361"/>
          </a:xfrm>
          <a:prstGeom prst="rect">
            <a:avLst/>
          </a:prstGeom>
          <a:solidFill>
            <a:schemeClr val="lt1"/>
          </a:solidFill>
          <a:ln>
            <a:noFill/>
          </a:ln>
        </p:spPr>
        <p:txBody>
          <a:bodyPr anchorCtr="0" anchor="ctr" bIns="73150" lIns="73150" spcFirstLastPara="1" rIns="73150" wrap="square" tIns="73150">
            <a:noAutofit/>
          </a:bodyPr>
          <a:lstStyle/>
          <a:p>
            <a:pPr indent="0" lvl="0" marL="0" marR="0" rtl="0" algn="l">
              <a:spcBef>
                <a:spcPts val="0"/>
              </a:spcBef>
              <a:spcAft>
                <a:spcPts val="0"/>
              </a:spcAft>
              <a:buNone/>
            </a:pPr>
            <a:r>
              <a:rPr b="1" i="0" lang="en-GB" sz="1400" u="none" cap="none" strike="noStrike">
                <a:solidFill>
                  <a:schemeClr val="dk1"/>
                </a:solidFill>
                <a:latin typeface="Arial"/>
                <a:ea typeface="Arial"/>
                <a:cs typeface="Arial"/>
                <a:sym typeface="Arial"/>
              </a:rPr>
              <a:t>Key Output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d73ddf7f64_0_0"/>
          <p:cNvSpPr txBox="1"/>
          <p:nvPr>
            <p:ph type="title"/>
          </p:nvPr>
        </p:nvSpPr>
        <p:spPr>
          <a:xfrm>
            <a:off x="457200" y="384048"/>
            <a:ext cx="11277600" cy="75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Final Output</a:t>
            </a:r>
            <a:endParaRPr/>
          </a:p>
        </p:txBody>
      </p:sp>
      <p:sp>
        <p:nvSpPr>
          <p:cNvPr id="364" name="Google Shape;364;g3d73ddf7f64_0_0"/>
          <p:cNvSpPr txBox="1"/>
          <p:nvPr>
            <p:ph idx="1" type="body"/>
          </p:nvPr>
        </p:nvSpPr>
        <p:spPr>
          <a:xfrm>
            <a:off x="457200" y="1399032"/>
            <a:ext cx="11277600" cy="50019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t/>
            </a:r>
            <a:endParaRPr/>
          </a:p>
        </p:txBody>
      </p:sp>
      <p:pic>
        <p:nvPicPr>
          <p:cNvPr id="365" name="Google Shape;365;g3d73ddf7f64_0_0"/>
          <p:cNvPicPr preferRelativeResize="0"/>
          <p:nvPr/>
        </p:nvPicPr>
        <p:blipFill>
          <a:blip r:embed="rId3">
            <a:alphaModFix/>
          </a:blip>
          <a:stretch>
            <a:fillRect/>
          </a:stretch>
        </p:blipFill>
        <p:spPr>
          <a:xfrm>
            <a:off x="457200" y="1399031"/>
            <a:ext cx="11277599" cy="236786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liver Wyman">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2026-04-18T08:41:00Z</dcterms:created>
  <dc:creator>Villegas, Soledad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2021/06/01</vt:lpwstr>
  </property>
  <property fmtid="{D5CDD505-2E9C-101B-9397-08002B2CF9AE}" pid="3" name="MSIP_Label_38f1469a-2c2a-4aee-b92b-090d4c5468ff_Enabled">
    <vt:lpwstr>true</vt:lpwstr>
  </property>
  <property fmtid="{D5CDD505-2E9C-101B-9397-08002B2CF9AE}" pid="4" name="MSIP_Label_38f1469a-2c2a-4aee-b92b-090d4c5468ff_SetDate">
    <vt:lpwstr>2025-12-16T11:46:10Z</vt:lpwstr>
  </property>
  <property fmtid="{D5CDD505-2E9C-101B-9397-08002B2CF9AE}" pid="5" name="MSIP_Label_38f1469a-2c2a-4aee-b92b-090d4c5468ff_Method">
    <vt:lpwstr>Standard</vt:lpwstr>
  </property>
  <property fmtid="{D5CDD505-2E9C-101B-9397-08002B2CF9AE}" pid="6" name="MSIP_Label_38f1469a-2c2a-4aee-b92b-090d4c5468ff_Name">
    <vt:lpwstr>Confidential - Unmarked</vt:lpwstr>
  </property>
  <property fmtid="{D5CDD505-2E9C-101B-9397-08002B2CF9AE}" pid="7" name="MSIP_Label_38f1469a-2c2a-4aee-b92b-090d4c5468ff_SiteId">
    <vt:lpwstr>2a6e6092-73e4-4752-b1a5-477a17f5056d</vt:lpwstr>
  </property>
  <property fmtid="{D5CDD505-2E9C-101B-9397-08002B2CF9AE}" pid="8" name="MSIP_Label_38f1469a-2c2a-4aee-b92b-090d4c5468ff_ActionId">
    <vt:lpwstr>77683729-35fa-4fba-a41e-a6617dfa228e</vt:lpwstr>
  </property>
  <property fmtid="{D5CDD505-2E9C-101B-9397-08002B2CF9AE}" pid="9" name="MSIP_Label_38f1469a-2c2a-4aee-b92b-090d4c5468ff_ContentBits">
    <vt:lpwstr>0</vt:lpwstr>
  </property>
  <property fmtid="{D5CDD505-2E9C-101B-9397-08002B2CF9AE}" pid="10" name="MSIP_Label_38f1469a-2c2a-4aee-b92b-090d4c5468ff_Tag">
    <vt:lpwstr>10, 3, 0, 1</vt:lpwstr>
  </property>
  <property fmtid="{D5CDD505-2E9C-101B-9397-08002B2CF9AE}" pid="11" name="DocumentMSOLanguageID">
    <vt:lpwstr>msoLanguageIDEnglishUK</vt:lpwstr>
  </property>
  <property fmtid="{D5CDD505-2E9C-101B-9397-08002B2CF9AE}" pid="12" name="LogoName">
    <vt:lpwstr>Oliver Wyman</vt:lpwstr>
  </property>
</Properties>
</file>